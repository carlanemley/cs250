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5" r:id="rId3"/>
    <p:sldMasterId id="2147483681" r:id="rId4"/>
  </p:sldMasterIdLst>
  <p:notesMasterIdLst>
    <p:notesMasterId r:id="rId16"/>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6" d="100"/>
          <a:sy n="86" d="100"/>
        </p:scale>
        <p:origin x="756" y="8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9D0FAE-AB63-4911-9682-EBB8F719E9C0}" type="datetimeFigureOut">
              <a:rPr lang="en-US" smtClean="0"/>
              <a:t>2/21/2026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DAA634-2246-4639-ABE0-899464C10F2B}" type="slidenum">
              <a:rPr lang="en-US" smtClean="0"/>
              <a:t>‹#›</a:t>
            </a:fld>
            <a:endParaRPr lang="en-US"/>
          </a:p>
        </p:txBody>
      </p:sp>
    </p:spTree>
    <p:extLst>
      <p:ext uri="{BB962C8B-B14F-4D97-AF65-F5344CB8AC3E}">
        <p14:creationId xmlns:p14="http://schemas.microsoft.com/office/powerpoint/2010/main" val="140375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DAA634-2246-4639-ABE0-899464C10F2B}" type="slidenum">
              <a:rPr lang="en-US" smtClean="0"/>
              <a:t>5</a:t>
            </a:fld>
            <a:endParaRPr lang="en-US"/>
          </a:p>
        </p:txBody>
      </p:sp>
    </p:spTree>
    <p:extLst>
      <p:ext uri="{BB962C8B-B14F-4D97-AF65-F5344CB8AC3E}">
        <p14:creationId xmlns:p14="http://schemas.microsoft.com/office/powerpoint/2010/main" val="1960567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bit.ly/2Tynxth" TargetMode="External"/><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bit.ly/2Tynxth" TargetMode="External"/><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118" name="PlaceHolder 1"/>
          <p:cNvSpPr>
            <a:spLocks noGrp="1"/>
          </p:cNvSpPr>
          <p:nvPr>
            <p:ph type="title"/>
          </p:nvPr>
        </p:nvSpPr>
        <p:spPr>
          <a:xfrm>
            <a:off x="2335680" y="758160"/>
            <a:ext cx="4472280" cy="955080"/>
          </a:xfrm>
          <a:prstGeom prst="rect">
            <a:avLst/>
          </a:prstGeom>
          <a:noFill/>
          <a:ln w="0">
            <a:noFill/>
          </a:ln>
        </p:spPr>
        <p:txBody>
          <a:bodyPr lIns="0" tIns="0" rIns="0" bIns="0" anchor="ctr">
            <a:spAutoFit/>
          </a:bodyPr>
          <a:lstStyle/>
          <a:p>
            <a:pPr indent="0">
              <a:buNone/>
            </a:pPr>
            <a:endParaRPr lang="fr-FR" sz="1800" b="0" u="none" strike="noStrike">
              <a:solidFill>
                <a:schemeClr val="dk1"/>
              </a:solidFill>
              <a:effectLst/>
              <a:uFillTx/>
              <a:latin typeface="Arial"/>
            </a:endParaRPr>
          </a:p>
        </p:txBody>
      </p:sp>
      <p:sp>
        <p:nvSpPr>
          <p:cNvPr id="119" name="PlaceHolder 2"/>
          <p:cNvSpPr>
            <a:spLocks noGrp="1"/>
          </p:cNvSpPr>
          <p:nvPr>
            <p:ph type="subTitle"/>
          </p:nvPr>
        </p:nvSpPr>
        <p:spPr>
          <a:xfrm>
            <a:off x="457200" y="1203480"/>
            <a:ext cx="8229240" cy="2982960"/>
          </a:xfrm>
          <a:prstGeom prst="rect">
            <a:avLst/>
          </a:prstGeom>
          <a:noFill/>
          <a:ln w="0">
            <a:noFill/>
          </a:ln>
        </p:spPr>
        <p:txBody>
          <a:bodyPr lIns="0" tIns="0" rIns="0" bIns="0" anchor="ctr">
            <a:spAutoFit/>
          </a:bodyPr>
          <a:lstStyle/>
          <a:p>
            <a:pPr indent="0" algn="ctr">
              <a:buNone/>
            </a:pPr>
            <a:endParaRPr lang="en-US" sz="3200" b="0" u="none" strike="noStrike">
              <a:solidFill>
                <a:srgbClr val="FFFFFF"/>
              </a:solidFill>
              <a:effectLst/>
              <a:uFillTx/>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20" name="Google Shape;783;p11"/>
          <p:cNvGrpSpPr/>
          <p:nvPr/>
        </p:nvGrpSpPr>
        <p:grpSpPr>
          <a:xfrm>
            <a:off x="0" y="0"/>
            <a:ext cx="9143280" cy="5142960"/>
            <a:chOff x="0" y="0"/>
            <a:chExt cx="9143280" cy="5142960"/>
          </a:xfrm>
        </p:grpSpPr>
        <p:sp>
          <p:nvSpPr>
            <p:cNvPr id="121" name="Google Shape;784;p11"/>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 name="Google Shape;785;p11"/>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 name="Google Shape;786;p11"/>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 name="Google Shape;787;p11"/>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 name="Google Shape;788;p11"/>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 name="Google Shape;789;p11"/>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 name="Google Shape;790;p11"/>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 name="Google Shape;791;p11"/>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 name="Google Shape;792;p11"/>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 name="Google Shape;793;p11"/>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 name="Google Shape;794;p11"/>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 name="Google Shape;795;p11"/>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 name="Google Shape;796;p11"/>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 name="Google Shape;797;p11"/>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 name="Google Shape;798;p11"/>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 name="Google Shape;799;p11"/>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 name="Google Shape;800;p11"/>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 name="Google Shape;801;p11"/>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 name="Google Shape;802;p11"/>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 name="Google Shape;803;p11"/>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 name="Google Shape;804;p11"/>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 name="Google Shape;805;p11"/>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 name="Google Shape;806;p11"/>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 name="Google Shape;807;p11"/>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 name="Google Shape;808;p11"/>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 name="Google Shape;809;p11"/>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 name="Google Shape;810;p11"/>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 name="Google Shape;811;p11"/>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 name="Google Shape;812;p11"/>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813;p11"/>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 name="Google Shape;814;p11"/>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 name="Google Shape;815;p11"/>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 name="Google Shape;816;p11"/>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 name="Google Shape;817;p11"/>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 name="Google Shape;818;p11"/>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 name="Google Shape;819;p11"/>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 name="Google Shape;820;p11"/>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 name="Google Shape;821;p11"/>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9" name="PlaceHolder 1"/>
          <p:cNvSpPr>
            <a:spLocks noGrp="1"/>
          </p:cNvSpPr>
          <p:nvPr>
            <p:ph type="title"/>
          </p:nvPr>
        </p:nvSpPr>
        <p:spPr>
          <a:xfrm>
            <a:off x="713160" y="1328760"/>
            <a:ext cx="7717320" cy="167112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lgn="ctr">
              <a:lnSpc>
                <a:spcPct val="100000"/>
              </a:lnSpc>
              <a:buNone/>
            </a:pPr>
            <a:r>
              <a:rPr lang="fr-FR" sz="12000" b="1" u="none" strike="noStrike">
                <a:solidFill>
                  <a:schemeClr val="accent2"/>
                </a:solidFill>
                <a:effectLst/>
                <a:uFillTx/>
                <a:latin typeface="Exo"/>
                <a:ea typeface="Exo"/>
              </a:rPr>
              <a:t>xx%</a:t>
            </a:r>
            <a:endParaRPr lang="fr-FR" sz="12000" b="0" u="none" strike="noStrike">
              <a:solidFill>
                <a:schemeClr val="dk1"/>
              </a:solidFill>
              <a:effectLst/>
              <a:uFillTx/>
              <a:latin typeface="Arial"/>
            </a:endParaRPr>
          </a:p>
        </p:txBody>
      </p:sp>
      <p:sp>
        <p:nvSpPr>
          <p:cNvPr id="160" name="Google Shape;824;p11"/>
          <p:cNvSpPr/>
          <p:nvPr/>
        </p:nvSpPr>
        <p:spPr>
          <a:xfrm rot="16200000">
            <a:off x="348840" y="25848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61" name="Google Shape;825;p11"/>
          <p:cNvGrpSpPr/>
          <p:nvPr/>
        </p:nvGrpSpPr>
        <p:grpSpPr>
          <a:xfrm>
            <a:off x="1710360" y="-108000"/>
            <a:ext cx="1520640" cy="301680"/>
            <a:chOff x="1710360" y="-108000"/>
            <a:chExt cx="1520640" cy="301680"/>
          </a:xfrm>
        </p:grpSpPr>
        <p:sp>
          <p:nvSpPr>
            <p:cNvPr id="162" name="Google Shape;826;p11"/>
            <p:cNvSpPr/>
            <p:nvPr/>
          </p:nvSpPr>
          <p:spPr>
            <a:xfrm>
              <a:off x="1803960" y="-615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 name="Google Shape;827;p11"/>
            <p:cNvSpPr/>
            <p:nvPr/>
          </p:nvSpPr>
          <p:spPr>
            <a:xfrm>
              <a:off x="3139560" y="102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 name="Google Shape;828;p11"/>
            <p:cNvSpPr/>
            <p:nvPr/>
          </p:nvSpPr>
          <p:spPr>
            <a:xfrm>
              <a:off x="3163320" y="1267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 name="Google Shape;829;p11"/>
            <p:cNvSpPr/>
            <p:nvPr/>
          </p:nvSpPr>
          <p:spPr>
            <a:xfrm>
              <a:off x="1710360" y="-10800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 name="Google Shape;830;p11"/>
            <p:cNvSpPr/>
            <p:nvPr/>
          </p:nvSpPr>
          <p:spPr>
            <a:xfrm>
              <a:off x="1734120" y="-831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67" name="Google Shape;831;p11"/>
          <p:cNvGrpSpPr/>
          <p:nvPr/>
        </p:nvGrpSpPr>
        <p:grpSpPr>
          <a:xfrm>
            <a:off x="-141480" y="2076840"/>
            <a:ext cx="552600" cy="98640"/>
            <a:chOff x="-141480" y="2076840"/>
            <a:chExt cx="552600" cy="98640"/>
          </a:xfrm>
        </p:grpSpPr>
        <p:sp>
          <p:nvSpPr>
            <p:cNvPr id="168" name="Google Shape;832;p11"/>
            <p:cNvSpPr/>
            <p:nvPr/>
          </p:nvSpPr>
          <p:spPr>
            <a:xfrm rot="5400000">
              <a:off x="312480" y="207684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 name="Google Shape;833;p11"/>
            <p:cNvSpPr/>
            <p:nvPr/>
          </p:nvSpPr>
          <p:spPr>
            <a:xfrm rot="5400000">
              <a:off x="339120" y="21034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 name="Google Shape;834;p11"/>
            <p:cNvSpPr/>
            <p:nvPr/>
          </p:nvSpPr>
          <p:spPr>
            <a:xfrm rot="5400000">
              <a:off x="-141480" y="20797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 name="Google Shape;835;p11"/>
            <p:cNvSpPr/>
            <p:nvPr/>
          </p:nvSpPr>
          <p:spPr>
            <a:xfrm rot="5400000">
              <a:off x="-117720" y="21038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 name="Google Shape;836;p11"/>
            <p:cNvSpPr/>
            <p:nvPr/>
          </p:nvSpPr>
          <p:spPr>
            <a:xfrm rot="5400000">
              <a:off x="134640" y="194112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73" name="Google Shape;837;p11"/>
          <p:cNvSpPr/>
          <p:nvPr/>
        </p:nvSpPr>
        <p:spPr>
          <a:xfrm>
            <a:off x="-1414440" y="333792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 name="Google Shape;838;p11"/>
          <p:cNvSpPr/>
          <p:nvPr/>
        </p:nvSpPr>
        <p:spPr>
          <a:xfrm>
            <a:off x="-1111320" y="305856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5" name="Google Shape;839;p11"/>
          <p:cNvGrpSpPr/>
          <p:nvPr/>
        </p:nvGrpSpPr>
        <p:grpSpPr>
          <a:xfrm>
            <a:off x="-799200" y="4138920"/>
            <a:ext cx="1822320" cy="196560"/>
            <a:chOff x="-799200" y="4138920"/>
            <a:chExt cx="1822320" cy="196560"/>
          </a:xfrm>
        </p:grpSpPr>
        <p:sp>
          <p:nvSpPr>
            <p:cNvPr id="176" name="Google Shape;840;p11"/>
            <p:cNvSpPr/>
            <p:nvPr/>
          </p:nvSpPr>
          <p:spPr>
            <a:xfrm flipH="1">
              <a:off x="-799200" y="4185360"/>
              <a:ext cx="1723680" cy="150120"/>
            </a:xfrm>
            <a:custGeom>
              <a:avLst/>
              <a:gdLst>
                <a:gd name="textAreaLeft" fmla="*/ 360 w 1723680"/>
                <a:gd name="textAreaRight" fmla="*/ 172440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 name="Google Shape;841;p11"/>
            <p:cNvSpPr/>
            <p:nvPr/>
          </p:nvSpPr>
          <p:spPr>
            <a:xfrm flipH="1">
              <a:off x="931680" y="413892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 name="Google Shape;842;p11"/>
            <p:cNvSpPr/>
            <p:nvPr/>
          </p:nvSpPr>
          <p:spPr>
            <a:xfrm flipH="1">
              <a:off x="955080" y="416376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79" name="Google Shape;843;p11"/>
          <p:cNvGrpSpPr/>
          <p:nvPr/>
        </p:nvGrpSpPr>
        <p:grpSpPr>
          <a:xfrm>
            <a:off x="4423680" y="4119480"/>
            <a:ext cx="296280" cy="1822320"/>
            <a:chOff x="4423680" y="4119480"/>
            <a:chExt cx="296280" cy="1822320"/>
          </a:xfrm>
        </p:grpSpPr>
        <p:sp>
          <p:nvSpPr>
            <p:cNvPr id="180" name="Google Shape;844;p11"/>
            <p:cNvSpPr/>
            <p:nvPr/>
          </p:nvSpPr>
          <p:spPr>
            <a:xfrm rot="5400000" flipV="1">
              <a:off x="3782880" y="5004720"/>
              <a:ext cx="1723680" cy="150120"/>
            </a:xfrm>
            <a:custGeom>
              <a:avLst/>
              <a:gdLst>
                <a:gd name="textAreaLeft" fmla="*/ 0 w 1723680"/>
                <a:gd name="textAreaRight" fmla="*/ 1724040 w 1723680"/>
                <a:gd name="textAreaTop" fmla="*/ -360 h 150120"/>
                <a:gd name="textAreaBottom" fmla="*/ 15012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 name="Google Shape;845;p11"/>
            <p:cNvSpPr/>
            <p:nvPr/>
          </p:nvSpPr>
          <p:spPr>
            <a:xfrm rot="5400000" flipV="1">
              <a:off x="4423680" y="471564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 name="Google Shape;846;p11"/>
            <p:cNvSpPr/>
            <p:nvPr/>
          </p:nvSpPr>
          <p:spPr>
            <a:xfrm rot="5400000" flipV="1">
              <a:off x="4448160" y="473976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4">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 name="Google Shape;847;p11"/>
            <p:cNvSpPr/>
            <p:nvPr/>
          </p:nvSpPr>
          <p:spPr>
            <a:xfrm rot="5400000" flipV="1">
              <a:off x="4523400" y="411948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 name="Google Shape;848;p11"/>
            <p:cNvSpPr/>
            <p:nvPr/>
          </p:nvSpPr>
          <p:spPr>
            <a:xfrm rot="5400000" flipV="1">
              <a:off x="4547520" y="414360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849;p11"/>
            <p:cNvSpPr/>
            <p:nvPr/>
          </p:nvSpPr>
          <p:spPr>
            <a:xfrm rot="5400000" flipV="1">
              <a:off x="3990240" y="5286240"/>
              <a:ext cx="1134360" cy="174960"/>
            </a:xfrm>
            <a:custGeom>
              <a:avLst/>
              <a:gdLst>
                <a:gd name="textAreaLeft" fmla="*/ 0 w 1134360"/>
                <a:gd name="textAreaRight" fmla="*/ 1134720 w 1134360"/>
                <a:gd name="textAreaTop" fmla="*/ 360 h 174960"/>
                <a:gd name="textAreaBottom" fmla="*/ 175680 h 174960"/>
              </a:gdLst>
              <a:ahLst/>
              <a:cxnLst/>
              <a:rect l="textAreaLeft" t="textAreaTop" r="textAreaRight" b="textAreaBottom"/>
              <a:pathLst>
                <a:path w="36417" h="5628" fill="none">
                  <a:moveTo>
                    <a:pt x="0" y="0"/>
                  </a:moveTo>
                  <a:lnTo>
                    <a:pt x="6049" y="0"/>
                  </a:lnTo>
                  <a:lnTo>
                    <a:pt x="8379" y="2330"/>
                  </a:lnTo>
                  <a:lnTo>
                    <a:pt x="11676" y="5627"/>
                  </a:lnTo>
                  <a:lnTo>
                    <a:pt x="36416" y="5627"/>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6" name="Google Shape;850;p11"/>
          <p:cNvSpPr/>
          <p:nvPr/>
        </p:nvSpPr>
        <p:spPr>
          <a:xfrm rot="5400000">
            <a:off x="5457960" y="-49176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 name="Google Shape;851;p11"/>
          <p:cNvSpPr/>
          <p:nvPr/>
        </p:nvSpPr>
        <p:spPr>
          <a:xfrm rot="5400000">
            <a:off x="5737320" y="-18900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 name="Google Shape;852;p11"/>
          <p:cNvSpPr/>
          <p:nvPr/>
        </p:nvSpPr>
        <p:spPr>
          <a:xfrm rot="10800000">
            <a:off x="8028000" y="2479320"/>
            <a:ext cx="1994400" cy="67680"/>
          </a:xfrm>
          <a:prstGeom prst="roundRect">
            <a:avLst>
              <a:gd name="adj" fmla="val 50000"/>
            </a:avLst>
          </a:prstGeom>
          <a:gradFill rotWithShape="0">
            <a:gsLst>
              <a:gs pos="0">
                <a:srgbClr val="151B46"/>
              </a:gs>
              <a:gs pos="100000">
                <a:srgbClr val="8FFFFF"/>
              </a:gs>
            </a:gsLst>
            <a:lin ang="134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9" name="Google Shape;853;p11"/>
          <p:cNvSpPr/>
          <p:nvPr/>
        </p:nvSpPr>
        <p:spPr>
          <a:xfrm rot="5400000">
            <a:off x="8208720" y="420372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0" name="Google Shape;854;p11"/>
          <p:cNvSpPr/>
          <p:nvPr/>
        </p:nvSpPr>
        <p:spPr>
          <a:xfrm>
            <a:off x="8557200" y="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91" name="Google Shape;855;p11"/>
          <p:cNvGrpSpPr/>
          <p:nvPr/>
        </p:nvGrpSpPr>
        <p:grpSpPr>
          <a:xfrm>
            <a:off x="7965360" y="312120"/>
            <a:ext cx="1520280" cy="301680"/>
            <a:chOff x="7965360" y="312120"/>
            <a:chExt cx="1520280" cy="301680"/>
          </a:xfrm>
        </p:grpSpPr>
        <p:sp>
          <p:nvSpPr>
            <p:cNvPr id="192" name="Google Shape;856;p11"/>
            <p:cNvSpPr/>
            <p:nvPr/>
          </p:nvSpPr>
          <p:spPr>
            <a:xfrm>
              <a:off x="8058600" y="3585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 name="Google Shape;857;p11"/>
            <p:cNvSpPr/>
            <p:nvPr/>
          </p:nvSpPr>
          <p:spPr>
            <a:xfrm>
              <a:off x="9394200" y="5223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 name="Google Shape;858;p11"/>
            <p:cNvSpPr/>
            <p:nvPr/>
          </p:nvSpPr>
          <p:spPr>
            <a:xfrm>
              <a:off x="9418320" y="5468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 name="Google Shape;859;p11"/>
            <p:cNvSpPr/>
            <p:nvPr/>
          </p:nvSpPr>
          <p:spPr>
            <a:xfrm>
              <a:off x="7965360" y="31212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 name="Google Shape;860;p11"/>
            <p:cNvSpPr/>
            <p:nvPr/>
          </p:nvSpPr>
          <p:spPr>
            <a:xfrm>
              <a:off x="7989120" y="3369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7" name="Google Shape;861;p11"/>
          <p:cNvGrpSpPr/>
          <p:nvPr/>
        </p:nvGrpSpPr>
        <p:grpSpPr>
          <a:xfrm>
            <a:off x="8496000" y="3241080"/>
            <a:ext cx="882720" cy="241560"/>
            <a:chOff x="8496000" y="3241080"/>
            <a:chExt cx="882720" cy="241560"/>
          </a:xfrm>
        </p:grpSpPr>
        <p:sp>
          <p:nvSpPr>
            <p:cNvPr id="198" name="Google Shape;862;p11"/>
            <p:cNvSpPr/>
            <p:nvPr/>
          </p:nvSpPr>
          <p:spPr>
            <a:xfrm>
              <a:off x="8496000" y="324108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 name="Google Shape;863;p11"/>
            <p:cNvSpPr/>
            <p:nvPr/>
          </p:nvSpPr>
          <p:spPr>
            <a:xfrm>
              <a:off x="8643240" y="32410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 name="Google Shape;864;p11"/>
            <p:cNvSpPr/>
            <p:nvPr/>
          </p:nvSpPr>
          <p:spPr>
            <a:xfrm>
              <a:off x="8789760" y="32410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 name="Google Shape;865;p11"/>
            <p:cNvSpPr/>
            <p:nvPr/>
          </p:nvSpPr>
          <p:spPr>
            <a:xfrm>
              <a:off x="8935920" y="32410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 name="Google Shape;866;p11"/>
            <p:cNvSpPr/>
            <p:nvPr/>
          </p:nvSpPr>
          <p:spPr>
            <a:xfrm>
              <a:off x="9082080" y="32410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 name="Google Shape;867;p11"/>
            <p:cNvSpPr/>
            <p:nvPr/>
          </p:nvSpPr>
          <p:spPr>
            <a:xfrm>
              <a:off x="9228240" y="32410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4" name="Google Shape;868;p11"/>
          <p:cNvGrpSpPr/>
          <p:nvPr/>
        </p:nvGrpSpPr>
        <p:grpSpPr>
          <a:xfrm>
            <a:off x="8267400" y="1860840"/>
            <a:ext cx="1105560" cy="133560"/>
            <a:chOff x="8267400" y="1860840"/>
            <a:chExt cx="1105560" cy="133560"/>
          </a:xfrm>
        </p:grpSpPr>
        <p:grpSp>
          <p:nvGrpSpPr>
            <p:cNvPr id="205" name="Google Shape;869;p11"/>
            <p:cNvGrpSpPr/>
            <p:nvPr/>
          </p:nvGrpSpPr>
          <p:grpSpPr>
            <a:xfrm>
              <a:off x="8267400" y="1943640"/>
              <a:ext cx="883080" cy="50760"/>
              <a:chOff x="8267400" y="1943640"/>
              <a:chExt cx="883080" cy="50760"/>
            </a:xfrm>
          </p:grpSpPr>
          <p:sp>
            <p:nvSpPr>
              <p:cNvPr id="206" name="Google Shape;870;p11"/>
              <p:cNvSpPr/>
              <p:nvPr/>
            </p:nvSpPr>
            <p:spPr>
              <a:xfrm>
                <a:off x="8267400" y="1943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 name="Google Shape;871;p11"/>
              <p:cNvSpPr/>
              <p:nvPr/>
            </p:nvSpPr>
            <p:spPr>
              <a:xfrm>
                <a:off x="8359920" y="1943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 name="Google Shape;872;p11"/>
              <p:cNvSpPr/>
              <p:nvPr/>
            </p:nvSpPr>
            <p:spPr>
              <a:xfrm>
                <a:off x="8452440" y="1943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 name="Google Shape;873;p11"/>
              <p:cNvSpPr/>
              <p:nvPr/>
            </p:nvSpPr>
            <p:spPr>
              <a:xfrm>
                <a:off x="8544960" y="1943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 name="Google Shape;874;p11"/>
              <p:cNvSpPr/>
              <p:nvPr/>
            </p:nvSpPr>
            <p:spPr>
              <a:xfrm>
                <a:off x="8637120" y="1943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 name="Google Shape;875;p11"/>
              <p:cNvSpPr/>
              <p:nvPr/>
            </p:nvSpPr>
            <p:spPr>
              <a:xfrm>
                <a:off x="8729640" y="1943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2" name="Google Shape;876;p11"/>
              <p:cNvSpPr/>
              <p:nvPr/>
            </p:nvSpPr>
            <p:spPr>
              <a:xfrm>
                <a:off x="8822160" y="1943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 name="Google Shape;877;p11"/>
              <p:cNvSpPr/>
              <p:nvPr/>
            </p:nvSpPr>
            <p:spPr>
              <a:xfrm>
                <a:off x="8914680" y="1943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 name="Google Shape;878;p11"/>
              <p:cNvSpPr/>
              <p:nvPr/>
            </p:nvSpPr>
            <p:spPr>
              <a:xfrm>
                <a:off x="9007200" y="1943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 name="Google Shape;879;p11"/>
              <p:cNvSpPr/>
              <p:nvPr/>
            </p:nvSpPr>
            <p:spPr>
              <a:xfrm>
                <a:off x="9099720" y="1943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16" name="Google Shape;880;p11"/>
            <p:cNvGrpSpPr/>
            <p:nvPr/>
          </p:nvGrpSpPr>
          <p:grpSpPr>
            <a:xfrm>
              <a:off x="8490240" y="1860840"/>
              <a:ext cx="882720" cy="50760"/>
              <a:chOff x="8490240" y="1860840"/>
              <a:chExt cx="882720" cy="50760"/>
            </a:xfrm>
          </p:grpSpPr>
          <p:sp>
            <p:nvSpPr>
              <p:cNvPr id="217" name="Google Shape;881;p11"/>
              <p:cNvSpPr/>
              <p:nvPr/>
            </p:nvSpPr>
            <p:spPr>
              <a:xfrm>
                <a:off x="8490240" y="186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 name="Google Shape;882;p11"/>
              <p:cNvSpPr/>
              <p:nvPr/>
            </p:nvSpPr>
            <p:spPr>
              <a:xfrm>
                <a:off x="8582400" y="186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 name="Google Shape;883;p11"/>
              <p:cNvSpPr/>
              <p:nvPr/>
            </p:nvSpPr>
            <p:spPr>
              <a:xfrm>
                <a:off x="8674920" y="186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 name="Google Shape;884;p11"/>
              <p:cNvSpPr/>
              <p:nvPr/>
            </p:nvSpPr>
            <p:spPr>
              <a:xfrm>
                <a:off x="8767440" y="186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 name="Google Shape;885;p11"/>
              <p:cNvSpPr/>
              <p:nvPr/>
            </p:nvSpPr>
            <p:spPr>
              <a:xfrm>
                <a:off x="8859960" y="186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 name="Google Shape;886;p11"/>
              <p:cNvSpPr/>
              <p:nvPr/>
            </p:nvSpPr>
            <p:spPr>
              <a:xfrm>
                <a:off x="8952480" y="186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 name="Google Shape;887;p11"/>
              <p:cNvSpPr/>
              <p:nvPr/>
            </p:nvSpPr>
            <p:spPr>
              <a:xfrm>
                <a:off x="9045000" y="186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 name="Google Shape;888;p11"/>
              <p:cNvSpPr/>
              <p:nvPr/>
            </p:nvSpPr>
            <p:spPr>
              <a:xfrm>
                <a:off x="9137520" y="186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 name="Google Shape;889;p11"/>
              <p:cNvSpPr/>
              <p:nvPr/>
            </p:nvSpPr>
            <p:spPr>
              <a:xfrm>
                <a:off x="9229680" y="186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 name="Google Shape;890;p11"/>
              <p:cNvSpPr/>
              <p:nvPr/>
            </p:nvSpPr>
            <p:spPr>
              <a:xfrm>
                <a:off x="9322200" y="18608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27" name="Google Shape;891;p11"/>
          <p:cNvGrpSpPr/>
          <p:nvPr/>
        </p:nvGrpSpPr>
        <p:grpSpPr>
          <a:xfrm>
            <a:off x="5447160" y="4536000"/>
            <a:ext cx="1252800" cy="50760"/>
            <a:chOff x="5447160" y="4536000"/>
            <a:chExt cx="1252800" cy="50760"/>
          </a:xfrm>
        </p:grpSpPr>
        <p:sp>
          <p:nvSpPr>
            <p:cNvPr id="228" name="Google Shape;892;p11"/>
            <p:cNvSpPr/>
            <p:nvPr/>
          </p:nvSpPr>
          <p:spPr>
            <a:xfrm>
              <a:off x="544716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9" name="Google Shape;893;p11"/>
            <p:cNvSpPr/>
            <p:nvPr/>
          </p:nvSpPr>
          <p:spPr>
            <a:xfrm>
              <a:off x="55396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0" name="Google Shape;894;p11"/>
            <p:cNvSpPr/>
            <p:nvPr/>
          </p:nvSpPr>
          <p:spPr>
            <a:xfrm>
              <a:off x="563220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 name="Google Shape;895;p11"/>
            <p:cNvSpPr/>
            <p:nvPr/>
          </p:nvSpPr>
          <p:spPr>
            <a:xfrm>
              <a:off x="572472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 name="Google Shape;896;p11"/>
            <p:cNvSpPr/>
            <p:nvPr/>
          </p:nvSpPr>
          <p:spPr>
            <a:xfrm>
              <a:off x="581724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 name="Google Shape;897;p11"/>
            <p:cNvSpPr/>
            <p:nvPr/>
          </p:nvSpPr>
          <p:spPr>
            <a:xfrm>
              <a:off x="590976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 name="Google Shape;898;p11"/>
            <p:cNvSpPr/>
            <p:nvPr/>
          </p:nvSpPr>
          <p:spPr>
            <a:xfrm>
              <a:off x="60022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5" name="Google Shape;899;p11"/>
            <p:cNvSpPr/>
            <p:nvPr/>
          </p:nvSpPr>
          <p:spPr>
            <a:xfrm>
              <a:off x="609444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 name="Google Shape;900;p11"/>
            <p:cNvSpPr/>
            <p:nvPr/>
          </p:nvSpPr>
          <p:spPr>
            <a:xfrm>
              <a:off x="618696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 name="Google Shape;901;p11"/>
            <p:cNvSpPr/>
            <p:nvPr/>
          </p:nvSpPr>
          <p:spPr>
            <a:xfrm>
              <a:off x="62794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 name="Google Shape;902;p11"/>
            <p:cNvSpPr/>
            <p:nvPr/>
          </p:nvSpPr>
          <p:spPr>
            <a:xfrm>
              <a:off x="637200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 name="Google Shape;903;p11"/>
            <p:cNvSpPr/>
            <p:nvPr/>
          </p:nvSpPr>
          <p:spPr>
            <a:xfrm>
              <a:off x="646452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 name="Google Shape;904;p11"/>
            <p:cNvSpPr/>
            <p:nvPr/>
          </p:nvSpPr>
          <p:spPr>
            <a:xfrm>
              <a:off x="65566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 name="Google Shape;905;p11"/>
            <p:cNvSpPr/>
            <p:nvPr/>
          </p:nvSpPr>
          <p:spPr>
            <a:xfrm>
              <a:off x="664920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42" name="Google Shape;906;p11"/>
          <p:cNvGrpSpPr/>
          <p:nvPr/>
        </p:nvGrpSpPr>
        <p:grpSpPr>
          <a:xfrm>
            <a:off x="-235080" y="829800"/>
            <a:ext cx="1105920" cy="133560"/>
            <a:chOff x="-235080" y="829800"/>
            <a:chExt cx="1105920" cy="133560"/>
          </a:xfrm>
        </p:grpSpPr>
        <p:grpSp>
          <p:nvGrpSpPr>
            <p:cNvPr id="243" name="Google Shape;907;p11"/>
            <p:cNvGrpSpPr/>
            <p:nvPr/>
          </p:nvGrpSpPr>
          <p:grpSpPr>
            <a:xfrm>
              <a:off x="-235080" y="912600"/>
              <a:ext cx="883080" cy="50760"/>
              <a:chOff x="-235080" y="912600"/>
              <a:chExt cx="883080" cy="50760"/>
            </a:xfrm>
          </p:grpSpPr>
          <p:sp>
            <p:nvSpPr>
              <p:cNvPr id="244" name="Google Shape;908;p11"/>
              <p:cNvSpPr/>
              <p:nvPr/>
            </p:nvSpPr>
            <p:spPr>
              <a:xfrm>
                <a:off x="-235080" y="9126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5" name="Google Shape;909;p11"/>
              <p:cNvSpPr/>
              <p:nvPr/>
            </p:nvSpPr>
            <p:spPr>
              <a:xfrm>
                <a:off x="-142560" y="9126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6" name="Google Shape;910;p11"/>
              <p:cNvSpPr/>
              <p:nvPr/>
            </p:nvSpPr>
            <p:spPr>
              <a:xfrm>
                <a:off x="-50040" y="9126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7" name="Google Shape;911;p11"/>
              <p:cNvSpPr/>
              <p:nvPr/>
            </p:nvSpPr>
            <p:spPr>
              <a:xfrm>
                <a:off x="42480" y="9126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8" name="Google Shape;912;p11"/>
              <p:cNvSpPr/>
              <p:nvPr/>
            </p:nvSpPr>
            <p:spPr>
              <a:xfrm>
                <a:off x="135000" y="9126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 name="Google Shape;913;p11"/>
              <p:cNvSpPr/>
              <p:nvPr/>
            </p:nvSpPr>
            <p:spPr>
              <a:xfrm>
                <a:off x="227160" y="9126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0" name="Google Shape;914;p11"/>
              <p:cNvSpPr/>
              <p:nvPr/>
            </p:nvSpPr>
            <p:spPr>
              <a:xfrm>
                <a:off x="319680" y="9126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 name="Google Shape;915;p11"/>
              <p:cNvSpPr/>
              <p:nvPr/>
            </p:nvSpPr>
            <p:spPr>
              <a:xfrm>
                <a:off x="412200" y="9126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 name="Google Shape;916;p11"/>
              <p:cNvSpPr/>
              <p:nvPr/>
            </p:nvSpPr>
            <p:spPr>
              <a:xfrm>
                <a:off x="504720" y="9126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3" name="Google Shape;917;p11"/>
              <p:cNvSpPr/>
              <p:nvPr/>
            </p:nvSpPr>
            <p:spPr>
              <a:xfrm>
                <a:off x="597240" y="9126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54" name="Google Shape;918;p11"/>
            <p:cNvGrpSpPr/>
            <p:nvPr/>
          </p:nvGrpSpPr>
          <p:grpSpPr>
            <a:xfrm>
              <a:off x="-12240" y="829800"/>
              <a:ext cx="883080" cy="50760"/>
              <a:chOff x="-12240" y="829800"/>
              <a:chExt cx="883080" cy="50760"/>
            </a:xfrm>
          </p:grpSpPr>
          <p:sp>
            <p:nvSpPr>
              <p:cNvPr id="255" name="Google Shape;919;p11"/>
              <p:cNvSpPr/>
              <p:nvPr/>
            </p:nvSpPr>
            <p:spPr>
              <a:xfrm>
                <a:off x="-12240" y="829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6" name="Google Shape;920;p11"/>
              <p:cNvSpPr/>
              <p:nvPr/>
            </p:nvSpPr>
            <p:spPr>
              <a:xfrm>
                <a:off x="80280" y="829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7" name="Google Shape;921;p11"/>
              <p:cNvSpPr/>
              <p:nvPr/>
            </p:nvSpPr>
            <p:spPr>
              <a:xfrm>
                <a:off x="172440" y="829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8" name="Google Shape;922;p11"/>
              <p:cNvSpPr/>
              <p:nvPr/>
            </p:nvSpPr>
            <p:spPr>
              <a:xfrm>
                <a:off x="264960" y="829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9" name="Google Shape;923;p11"/>
              <p:cNvSpPr/>
              <p:nvPr/>
            </p:nvSpPr>
            <p:spPr>
              <a:xfrm>
                <a:off x="357480" y="829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 name="Google Shape;924;p11"/>
              <p:cNvSpPr/>
              <p:nvPr/>
            </p:nvSpPr>
            <p:spPr>
              <a:xfrm>
                <a:off x="450000" y="829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 name="Google Shape;925;p11"/>
              <p:cNvSpPr/>
              <p:nvPr/>
            </p:nvSpPr>
            <p:spPr>
              <a:xfrm>
                <a:off x="542520" y="829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 name="Google Shape;926;p11"/>
              <p:cNvSpPr/>
              <p:nvPr/>
            </p:nvSpPr>
            <p:spPr>
              <a:xfrm>
                <a:off x="635040" y="829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3" name="Google Shape;927;p11"/>
              <p:cNvSpPr/>
              <p:nvPr/>
            </p:nvSpPr>
            <p:spPr>
              <a:xfrm>
                <a:off x="727560" y="829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4" name="Google Shape;928;p11"/>
              <p:cNvSpPr/>
              <p:nvPr/>
            </p:nvSpPr>
            <p:spPr>
              <a:xfrm>
                <a:off x="820080" y="829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_7">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259" name="Google Shape;1855;p23"/>
          <p:cNvGrpSpPr/>
          <p:nvPr/>
        </p:nvGrpSpPr>
        <p:grpSpPr>
          <a:xfrm>
            <a:off x="0" y="0"/>
            <a:ext cx="9143280" cy="5142960"/>
            <a:chOff x="0" y="0"/>
            <a:chExt cx="9143280" cy="5142960"/>
          </a:xfrm>
        </p:grpSpPr>
        <p:sp>
          <p:nvSpPr>
            <p:cNvPr id="1260" name="Google Shape;1856;p23"/>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1" name="Google Shape;1857;p23"/>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2" name="Google Shape;1858;p23"/>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3" name="Google Shape;1859;p23"/>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4" name="Google Shape;1860;p23"/>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5" name="Google Shape;1861;p23"/>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6" name="Google Shape;1862;p23"/>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7" name="Google Shape;1863;p23"/>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8" name="Google Shape;1864;p23"/>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9" name="Google Shape;1865;p23"/>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0" name="Google Shape;1866;p23"/>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1" name="Google Shape;1867;p23"/>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2" name="Google Shape;1868;p23"/>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3" name="Google Shape;1869;p23"/>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4" name="Google Shape;1870;p23"/>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5" name="Google Shape;1871;p23"/>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6" name="Google Shape;1872;p23"/>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7" name="Google Shape;1873;p23"/>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8" name="Google Shape;1874;p23"/>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9" name="Google Shape;1875;p23"/>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0" name="Google Shape;1876;p23"/>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1" name="Google Shape;1877;p23"/>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2" name="Google Shape;1878;p23"/>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3" name="Google Shape;1879;p23"/>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4" name="Google Shape;1880;p23"/>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5" name="Google Shape;1881;p23"/>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6" name="Google Shape;1882;p23"/>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7" name="Google Shape;1883;p23"/>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8" name="Google Shape;1884;p23"/>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9" name="Google Shape;1885;p23"/>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0" name="Google Shape;1886;p23"/>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1" name="Google Shape;1887;p23"/>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2" name="Google Shape;1888;p23"/>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3" name="Google Shape;1889;p23"/>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4" name="Google Shape;1890;p23"/>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5" name="Google Shape;1891;p23"/>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6" name="Google Shape;1892;p23"/>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7" name="Google Shape;1893;p23"/>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98" name="PlaceHolder 1"/>
          <p:cNvSpPr>
            <a:spLocks noGrp="1"/>
          </p:cNvSpPr>
          <p:nvPr>
            <p:ph type="title"/>
          </p:nvPr>
        </p:nvSpPr>
        <p:spPr>
          <a:xfrm>
            <a:off x="713160" y="539280"/>
            <a:ext cx="7717320" cy="572400"/>
          </a:xfrm>
          <a:prstGeom prst="rect">
            <a:avLst/>
          </a:prstGeom>
          <a:noFill/>
          <a:ln w="0">
            <a:noFill/>
          </a:ln>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
        <p:nvSpPr>
          <p:cNvPr id="1299" name="PlaceHolder 2"/>
          <p:cNvSpPr>
            <a:spLocks noGrp="1"/>
          </p:cNvSpPr>
          <p:nvPr>
            <p:ph type="title"/>
          </p:nvPr>
        </p:nvSpPr>
        <p:spPr>
          <a:xfrm>
            <a:off x="2152080" y="1512720"/>
            <a:ext cx="182772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300" name="PlaceHolder 3"/>
          <p:cNvSpPr>
            <a:spLocks noGrp="1"/>
          </p:cNvSpPr>
          <p:nvPr>
            <p:ph type="title"/>
          </p:nvPr>
        </p:nvSpPr>
        <p:spPr>
          <a:xfrm>
            <a:off x="2152080" y="2624760"/>
            <a:ext cx="182772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301" name="PlaceHolder 4"/>
          <p:cNvSpPr>
            <a:spLocks noGrp="1"/>
          </p:cNvSpPr>
          <p:nvPr>
            <p:ph type="title"/>
          </p:nvPr>
        </p:nvSpPr>
        <p:spPr>
          <a:xfrm>
            <a:off x="6055200" y="2624760"/>
            <a:ext cx="182772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302" name="PlaceHolder 5"/>
          <p:cNvSpPr>
            <a:spLocks noGrp="1"/>
          </p:cNvSpPr>
          <p:nvPr>
            <p:ph type="title"/>
          </p:nvPr>
        </p:nvSpPr>
        <p:spPr>
          <a:xfrm>
            <a:off x="6055200" y="1512720"/>
            <a:ext cx="182772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303" name="PlaceHolder 6"/>
          <p:cNvSpPr>
            <a:spLocks noGrp="1"/>
          </p:cNvSpPr>
          <p:nvPr>
            <p:ph type="title"/>
          </p:nvPr>
        </p:nvSpPr>
        <p:spPr>
          <a:xfrm>
            <a:off x="2152080" y="3733200"/>
            <a:ext cx="182772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304" name="PlaceHolder 7"/>
          <p:cNvSpPr>
            <a:spLocks noGrp="1"/>
          </p:cNvSpPr>
          <p:nvPr>
            <p:ph type="title"/>
          </p:nvPr>
        </p:nvSpPr>
        <p:spPr>
          <a:xfrm>
            <a:off x="6055200" y="3733200"/>
            <a:ext cx="182772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305" name="Google Shape;1907;p23"/>
          <p:cNvSpPr/>
          <p:nvPr/>
        </p:nvSpPr>
        <p:spPr>
          <a:xfrm>
            <a:off x="1440" y="-8892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06" name="Google Shape;1908;p23"/>
          <p:cNvGrpSpPr/>
          <p:nvPr/>
        </p:nvGrpSpPr>
        <p:grpSpPr>
          <a:xfrm>
            <a:off x="173880" y="-88200"/>
            <a:ext cx="241560" cy="882720"/>
            <a:chOff x="173880" y="-88200"/>
            <a:chExt cx="241560" cy="882720"/>
          </a:xfrm>
        </p:grpSpPr>
        <p:sp>
          <p:nvSpPr>
            <p:cNvPr id="1307" name="Google Shape;1909;p23"/>
            <p:cNvSpPr/>
            <p:nvPr/>
          </p:nvSpPr>
          <p:spPr>
            <a:xfrm rot="16200000">
              <a:off x="218520" y="59760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8" name="Google Shape;1910;p23"/>
            <p:cNvSpPr/>
            <p:nvPr/>
          </p:nvSpPr>
          <p:spPr>
            <a:xfrm rot="16200000">
              <a:off x="219240" y="4507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9" name="Google Shape;1911;p23"/>
            <p:cNvSpPr/>
            <p:nvPr/>
          </p:nvSpPr>
          <p:spPr>
            <a:xfrm rot="16200000">
              <a:off x="219240" y="304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0" name="Google Shape;1912;p23"/>
            <p:cNvSpPr/>
            <p:nvPr/>
          </p:nvSpPr>
          <p:spPr>
            <a:xfrm rot="16200000">
              <a:off x="219240" y="1584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1" name="Google Shape;1913;p23"/>
            <p:cNvSpPr/>
            <p:nvPr/>
          </p:nvSpPr>
          <p:spPr>
            <a:xfrm rot="16200000">
              <a:off x="219240" y="122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2" name="Google Shape;1914;p23"/>
            <p:cNvSpPr/>
            <p:nvPr/>
          </p:nvSpPr>
          <p:spPr>
            <a:xfrm rot="16200000">
              <a:off x="219240" y="-133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13" name="Google Shape;1915;p23"/>
          <p:cNvGrpSpPr/>
          <p:nvPr/>
        </p:nvGrpSpPr>
        <p:grpSpPr>
          <a:xfrm>
            <a:off x="1685880" y="463320"/>
            <a:ext cx="1105560" cy="133560"/>
            <a:chOff x="1685880" y="463320"/>
            <a:chExt cx="1105560" cy="133560"/>
          </a:xfrm>
        </p:grpSpPr>
        <p:grpSp>
          <p:nvGrpSpPr>
            <p:cNvPr id="1314" name="Google Shape;1916;p23"/>
            <p:cNvGrpSpPr/>
            <p:nvPr/>
          </p:nvGrpSpPr>
          <p:grpSpPr>
            <a:xfrm>
              <a:off x="1685880" y="546120"/>
              <a:ext cx="882720" cy="50760"/>
              <a:chOff x="1685880" y="546120"/>
              <a:chExt cx="882720" cy="50760"/>
            </a:xfrm>
          </p:grpSpPr>
          <p:sp>
            <p:nvSpPr>
              <p:cNvPr id="1315" name="Google Shape;1917;p23"/>
              <p:cNvSpPr/>
              <p:nvPr/>
            </p:nvSpPr>
            <p:spPr>
              <a:xfrm>
                <a:off x="1685880" y="546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6" name="Google Shape;1918;p23"/>
              <p:cNvSpPr/>
              <p:nvPr/>
            </p:nvSpPr>
            <p:spPr>
              <a:xfrm>
                <a:off x="1778400" y="546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7" name="Google Shape;1919;p23"/>
              <p:cNvSpPr/>
              <p:nvPr/>
            </p:nvSpPr>
            <p:spPr>
              <a:xfrm>
                <a:off x="1870560" y="546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8" name="Google Shape;1920;p23"/>
              <p:cNvSpPr/>
              <p:nvPr/>
            </p:nvSpPr>
            <p:spPr>
              <a:xfrm>
                <a:off x="1963080" y="546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9" name="Google Shape;1921;p23"/>
              <p:cNvSpPr/>
              <p:nvPr/>
            </p:nvSpPr>
            <p:spPr>
              <a:xfrm>
                <a:off x="2055600" y="546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0" name="Google Shape;1922;p23"/>
              <p:cNvSpPr/>
              <p:nvPr/>
            </p:nvSpPr>
            <p:spPr>
              <a:xfrm>
                <a:off x="2148120" y="546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1" name="Google Shape;1923;p23"/>
              <p:cNvSpPr/>
              <p:nvPr/>
            </p:nvSpPr>
            <p:spPr>
              <a:xfrm>
                <a:off x="2240640" y="546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2" name="Google Shape;1924;p23"/>
              <p:cNvSpPr/>
              <p:nvPr/>
            </p:nvSpPr>
            <p:spPr>
              <a:xfrm>
                <a:off x="2333160" y="546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3" name="Google Shape;1925;p23"/>
              <p:cNvSpPr/>
              <p:nvPr/>
            </p:nvSpPr>
            <p:spPr>
              <a:xfrm>
                <a:off x="2425680" y="546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4" name="Google Shape;1926;p23"/>
              <p:cNvSpPr/>
              <p:nvPr/>
            </p:nvSpPr>
            <p:spPr>
              <a:xfrm>
                <a:off x="2517840" y="546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25" name="Google Shape;1927;p23"/>
            <p:cNvGrpSpPr/>
            <p:nvPr/>
          </p:nvGrpSpPr>
          <p:grpSpPr>
            <a:xfrm>
              <a:off x="1908360" y="463320"/>
              <a:ext cx="883080" cy="50760"/>
              <a:chOff x="1908360" y="463320"/>
              <a:chExt cx="883080" cy="50760"/>
            </a:xfrm>
          </p:grpSpPr>
          <p:sp>
            <p:nvSpPr>
              <p:cNvPr id="1326" name="Google Shape;1928;p23"/>
              <p:cNvSpPr/>
              <p:nvPr/>
            </p:nvSpPr>
            <p:spPr>
              <a:xfrm>
                <a:off x="1908360" y="463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7" name="Google Shape;1929;p23"/>
              <p:cNvSpPr/>
              <p:nvPr/>
            </p:nvSpPr>
            <p:spPr>
              <a:xfrm>
                <a:off x="2000880" y="463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8" name="Google Shape;1930;p23"/>
              <p:cNvSpPr/>
              <p:nvPr/>
            </p:nvSpPr>
            <p:spPr>
              <a:xfrm>
                <a:off x="2093400" y="463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9" name="Google Shape;1931;p23"/>
              <p:cNvSpPr/>
              <p:nvPr/>
            </p:nvSpPr>
            <p:spPr>
              <a:xfrm>
                <a:off x="2185920" y="463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0" name="Google Shape;1932;p23"/>
              <p:cNvSpPr/>
              <p:nvPr/>
            </p:nvSpPr>
            <p:spPr>
              <a:xfrm>
                <a:off x="2278440" y="463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1" name="Google Shape;1933;p23"/>
              <p:cNvSpPr/>
              <p:nvPr/>
            </p:nvSpPr>
            <p:spPr>
              <a:xfrm>
                <a:off x="2370960" y="463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2" name="Google Shape;1934;p23"/>
              <p:cNvSpPr/>
              <p:nvPr/>
            </p:nvSpPr>
            <p:spPr>
              <a:xfrm>
                <a:off x="2463120" y="463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3" name="Google Shape;1935;p23"/>
              <p:cNvSpPr/>
              <p:nvPr/>
            </p:nvSpPr>
            <p:spPr>
              <a:xfrm>
                <a:off x="2555640" y="463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4" name="Google Shape;1936;p23"/>
              <p:cNvSpPr/>
              <p:nvPr/>
            </p:nvSpPr>
            <p:spPr>
              <a:xfrm>
                <a:off x="2648160" y="463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5" name="Google Shape;1937;p23"/>
              <p:cNvSpPr/>
              <p:nvPr/>
            </p:nvSpPr>
            <p:spPr>
              <a:xfrm>
                <a:off x="2740680" y="463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336" name="Google Shape;1938;p23"/>
          <p:cNvSpPr/>
          <p:nvPr/>
        </p:nvSpPr>
        <p:spPr>
          <a:xfrm flipH="1">
            <a:off x="8167320" y="756360"/>
            <a:ext cx="1994400" cy="67680"/>
          </a:xfrm>
          <a:prstGeom prst="roundRect">
            <a:avLst>
              <a:gd name="adj" fmla="val 50000"/>
            </a:avLst>
          </a:prstGeom>
          <a:gradFill rotWithShape="0">
            <a:gsLst>
              <a:gs pos="0">
                <a:srgbClr val="151B46"/>
              </a:gs>
              <a:gs pos="100000">
                <a:srgbClr val="8FFFFF"/>
              </a:gs>
            </a:gsLst>
            <a:lin ang="8100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7" name="Google Shape;1939;p23"/>
          <p:cNvSpPr/>
          <p:nvPr/>
        </p:nvSpPr>
        <p:spPr>
          <a:xfrm flipH="1">
            <a:off x="7864200" y="477000"/>
            <a:ext cx="1994400" cy="67680"/>
          </a:xfrm>
          <a:prstGeom prst="roundRect">
            <a:avLst>
              <a:gd name="adj" fmla="val 50000"/>
            </a:avLst>
          </a:prstGeom>
          <a:gradFill rotWithShape="0">
            <a:gsLst>
              <a:gs pos="0">
                <a:srgbClr val="151B46"/>
              </a:gs>
              <a:gs pos="100000">
                <a:srgbClr val="8FFFFF"/>
              </a:gs>
            </a:gsLst>
            <a:lin ang="8100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38" name="Google Shape;1940;p23"/>
          <p:cNvGrpSpPr/>
          <p:nvPr/>
        </p:nvGrpSpPr>
        <p:grpSpPr>
          <a:xfrm>
            <a:off x="6637680" y="176040"/>
            <a:ext cx="552600" cy="98640"/>
            <a:chOff x="6637680" y="176040"/>
            <a:chExt cx="552600" cy="98640"/>
          </a:xfrm>
        </p:grpSpPr>
        <p:sp>
          <p:nvSpPr>
            <p:cNvPr id="1339" name="Google Shape;1941;p23"/>
            <p:cNvSpPr/>
            <p:nvPr/>
          </p:nvSpPr>
          <p:spPr>
            <a:xfrm rot="5400000">
              <a:off x="7091640" y="17604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0" name="Google Shape;1942;p23"/>
            <p:cNvSpPr/>
            <p:nvPr/>
          </p:nvSpPr>
          <p:spPr>
            <a:xfrm rot="5400000">
              <a:off x="7118280" y="2026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1" name="Google Shape;1943;p23"/>
            <p:cNvSpPr/>
            <p:nvPr/>
          </p:nvSpPr>
          <p:spPr>
            <a:xfrm rot="5400000">
              <a:off x="6637680" y="1789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2" name="Google Shape;1944;p23"/>
            <p:cNvSpPr/>
            <p:nvPr/>
          </p:nvSpPr>
          <p:spPr>
            <a:xfrm rot="5400000">
              <a:off x="6661440" y="2030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3" name="Google Shape;1945;p23"/>
            <p:cNvSpPr/>
            <p:nvPr/>
          </p:nvSpPr>
          <p:spPr>
            <a:xfrm rot="5400000">
              <a:off x="6913800" y="3996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44" name="Google Shape;1946;p23"/>
          <p:cNvGrpSpPr/>
          <p:nvPr/>
        </p:nvGrpSpPr>
        <p:grpSpPr>
          <a:xfrm>
            <a:off x="-225720" y="4407480"/>
            <a:ext cx="552600" cy="98640"/>
            <a:chOff x="-225720" y="4407480"/>
            <a:chExt cx="552600" cy="98640"/>
          </a:xfrm>
        </p:grpSpPr>
        <p:sp>
          <p:nvSpPr>
            <p:cNvPr id="1345" name="Google Shape;1947;p23"/>
            <p:cNvSpPr/>
            <p:nvPr/>
          </p:nvSpPr>
          <p:spPr>
            <a:xfrm rot="5400000">
              <a:off x="228240" y="440748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6" name="Google Shape;1948;p23"/>
            <p:cNvSpPr/>
            <p:nvPr/>
          </p:nvSpPr>
          <p:spPr>
            <a:xfrm rot="5400000">
              <a:off x="254880" y="44344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7" name="Google Shape;1949;p23"/>
            <p:cNvSpPr/>
            <p:nvPr/>
          </p:nvSpPr>
          <p:spPr>
            <a:xfrm rot="5400000">
              <a:off x="-225720" y="44107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8" name="Google Shape;1950;p23"/>
            <p:cNvSpPr/>
            <p:nvPr/>
          </p:nvSpPr>
          <p:spPr>
            <a:xfrm rot="5400000">
              <a:off x="-201600" y="443448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9" name="Google Shape;1951;p23"/>
            <p:cNvSpPr/>
            <p:nvPr/>
          </p:nvSpPr>
          <p:spPr>
            <a:xfrm rot="5400000">
              <a:off x="50400" y="427176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50" name="Google Shape;1952;p23"/>
          <p:cNvGrpSpPr/>
          <p:nvPr/>
        </p:nvGrpSpPr>
        <p:grpSpPr>
          <a:xfrm>
            <a:off x="-799200" y="4748760"/>
            <a:ext cx="1822320" cy="196200"/>
            <a:chOff x="-799200" y="4748760"/>
            <a:chExt cx="1822320" cy="196200"/>
          </a:xfrm>
        </p:grpSpPr>
        <p:sp>
          <p:nvSpPr>
            <p:cNvPr id="1351" name="Google Shape;1953;p23"/>
            <p:cNvSpPr/>
            <p:nvPr/>
          </p:nvSpPr>
          <p:spPr>
            <a:xfrm flipH="1">
              <a:off x="-799200" y="4794840"/>
              <a:ext cx="1723680" cy="150120"/>
            </a:xfrm>
            <a:custGeom>
              <a:avLst/>
              <a:gdLst>
                <a:gd name="textAreaLeft" fmla="*/ 360 w 1723680"/>
                <a:gd name="textAreaRight" fmla="*/ 172440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2" name="Google Shape;1954;p23"/>
            <p:cNvSpPr/>
            <p:nvPr/>
          </p:nvSpPr>
          <p:spPr>
            <a:xfrm flipH="1">
              <a:off x="931680" y="474876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3" name="Google Shape;1955;p23"/>
            <p:cNvSpPr/>
            <p:nvPr/>
          </p:nvSpPr>
          <p:spPr>
            <a:xfrm flipH="1">
              <a:off x="955080" y="477324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354" name="Google Shape;1956;p23"/>
          <p:cNvSpPr/>
          <p:nvPr/>
        </p:nvSpPr>
        <p:spPr>
          <a:xfrm rot="10800000">
            <a:off x="8557560" y="401184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55" name="Google Shape;1957;p23"/>
          <p:cNvGrpSpPr/>
          <p:nvPr/>
        </p:nvGrpSpPr>
        <p:grpSpPr>
          <a:xfrm>
            <a:off x="7911360" y="4688640"/>
            <a:ext cx="1520280" cy="301320"/>
            <a:chOff x="7911360" y="4688640"/>
            <a:chExt cx="1520280" cy="301320"/>
          </a:xfrm>
        </p:grpSpPr>
        <p:sp>
          <p:nvSpPr>
            <p:cNvPr id="1356" name="Google Shape;1958;p23"/>
            <p:cNvSpPr/>
            <p:nvPr/>
          </p:nvSpPr>
          <p:spPr>
            <a:xfrm rot="5400000">
              <a:off x="8567640" y="4171680"/>
              <a:ext cx="209160" cy="1335240"/>
            </a:xfrm>
            <a:custGeom>
              <a:avLst/>
              <a:gdLst>
                <a:gd name="textAreaLeft" fmla="*/ 0 w 209160"/>
                <a:gd name="textAreaRight" fmla="*/ 209520 w 209160"/>
                <a:gd name="textAreaTop" fmla="*/ 0 h 1335240"/>
                <a:gd name="textAreaBottom" fmla="*/ 1335600 h 1335240"/>
              </a:gdLst>
              <a:ahLst/>
              <a:cxnLst/>
              <a:rect l="textAreaLeft" t="textAreaTop" r="textAreaRight" b="textAreaBottom"/>
              <a:pathLst>
                <a:path w="6719" h="42862" fill="none">
                  <a:moveTo>
                    <a:pt x="0" y="42862"/>
                  </a:moveTo>
                  <a:lnTo>
                    <a:pt x="0" y="23799"/>
                  </a:lnTo>
                  <a:lnTo>
                    <a:pt x="6718" y="17056"/>
                  </a:lnTo>
                  <a:lnTo>
                    <a:pt x="6718"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7" name="Google Shape;1959;p23"/>
            <p:cNvSpPr/>
            <p:nvPr/>
          </p:nvSpPr>
          <p:spPr>
            <a:xfrm rot="5400000">
              <a:off x="9340200" y="48985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8" name="Google Shape;1960;p23"/>
            <p:cNvSpPr/>
            <p:nvPr/>
          </p:nvSpPr>
          <p:spPr>
            <a:xfrm rot="5400000">
              <a:off x="9365040" y="49226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9" name="Google Shape;1961;p23"/>
            <p:cNvSpPr/>
            <p:nvPr/>
          </p:nvSpPr>
          <p:spPr>
            <a:xfrm rot="5400000">
              <a:off x="7911360" y="46886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0" name="Google Shape;1962;p23"/>
            <p:cNvSpPr/>
            <p:nvPr/>
          </p:nvSpPr>
          <p:spPr>
            <a:xfrm rot="5400000">
              <a:off x="7935480" y="471348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61" name="Google Shape;1963;p23"/>
          <p:cNvGrpSpPr/>
          <p:nvPr/>
        </p:nvGrpSpPr>
        <p:grpSpPr>
          <a:xfrm>
            <a:off x="3945600" y="4775400"/>
            <a:ext cx="1252440" cy="50760"/>
            <a:chOff x="3945600" y="4775400"/>
            <a:chExt cx="1252440" cy="50760"/>
          </a:xfrm>
        </p:grpSpPr>
        <p:sp>
          <p:nvSpPr>
            <p:cNvPr id="1362" name="Google Shape;1964;p23"/>
            <p:cNvSpPr/>
            <p:nvPr/>
          </p:nvSpPr>
          <p:spPr>
            <a:xfrm>
              <a:off x="3945600" y="4775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3" name="Google Shape;1965;p23"/>
            <p:cNvSpPr/>
            <p:nvPr/>
          </p:nvSpPr>
          <p:spPr>
            <a:xfrm>
              <a:off x="4038120" y="4775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4" name="Google Shape;1966;p23"/>
            <p:cNvSpPr/>
            <p:nvPr/>
          </p:nvSpPr>
          <p:spPr>
            <a:xfrm>
              <a:off x="4130640" y="4775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5" name="Google Shape;1967;p23"/>
            <p:cNvSpPr/>
            <p:nvPr/>
          </p:nvSpPr>
          <p:spPr>
            <a:xfrm>
              <a:off x="4222800" y="4775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6" name="Google Shape;1968;p23"/>
            <p:cNvSpPr/>
            <p:nvPr/>
          </p:nvSpPr>
          <p:spPr>
            <a:xfrm>
              <a:off x="4315320" y="4775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7" name="Google Shape;1969;p23"/>
            <p:cNvSpPr/>
            <p:nvPr/>
          </p:nvSpPr>
          <p:spPr>
            <a:xfrm>
              <a:off x="4407840" y="4775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8" name="Google Shape;1970;p23"/>
            <p:cNvSpPr/>
            <p:nvPr/>
          </p:nvSpPr>
          <p:spPr>
            <a:xfrm>
              <a:off x="4500360" y="4775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9" name="Google Shape;1971;p23"/>
            <p:cNvSpPr/>
            <p:nvPr/>
          </p:nvSpPr>
          <p:spPr>
            <a:xfrm>
              <a:off x="4592880" y="4775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0" name="Google Shape;1972;p23"/>
            <p:cNvSpPr/>
            <p:nvPr/>
          </p:nvSpPr>
          <p:spPr>
            <a:xfrm>
              <a:off x="4685400" y="4775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1" name="Google Shape;1973;p23"/>
            <p:cNvSpPr/>
            <p:nvPr/>
          </p:nvSpPr>
          <p:spPr>
            <a:xfrm>
              <a:off x="4777920" y="4775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2" name="Google Shape;1974;p23"/>
            <p:cNvSpPr/>
            <p:nvPr/>
          </p:nvSpPr>
          <p:spPr>
            <a:xfrm>
              <a:off x="4870080" y="4775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3" name="Google Shape;1975;p23"/>
            <p:cNvSpPr/>
            <p:nvPr/>
          </p:nvSpPr>
          <p:spPr>
            <a:xfrm>
              <a:off x="4962600" y="4775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4" name="Google Shape;1976;p23"/>
            <p:cNvSpPr/>
            <p:nvPr/>
          </p:nvSpPr>
          <p:spPr>
            <a:xfrm>
              <a:off x="5055120" y="4775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5" name="Google Shape;1977;p23"/>
            <p:cNvSpPr/>
            <p:nvPr/>
          </p:nvSpPr>
          <p:spPr>
            <a:xfrm>
              <a:off x="5147280" y="4775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5">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376" name="Google Shape;1979;p24"/>
          <p:cNvGrpSpPr/>
          <p:nvPr/>
        </p:nvGrpSpPr>
        <p:grpSpPr>
          <a:xfrm>
            <a:off x="0" y="0"/>
            <a:ext cx="9143280" cy="5142960"/>
            <a:chOff x="0" y="0"/>
            <a:chExt cx="9143280" cy="5142960"/>
          </a:xfrm>
        </p:grpSpPr>
        <p:sp>
          <p:nvSpPr>
            <p:cNvPr id="1377" name="Google Shape;1980;p24"/>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8" name="Google Shape;1981;p24"/>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9" name="Google Shape;1982;p24"/>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0" name="Google Shape;1983;p24"/>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1" name="Google Shape;1984;p24"/>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2" name="Google Shape;1985;p24"/>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3" name="Google Shape;1986;p24"/>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4" name="Google Shape;1987;p24"/>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5" name="Google Shape;1988;p24"/>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6" name="Google Shape;1989;p24"/>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7" name="Google Shape;1990;p24"/>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8" name="Google Shape;1991;p24"/>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9" name="Google Shape;1992;p24"/>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0" name="Google Shape;1993;p24"/>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1" name="Google Shape;1994;p24"/>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2" name="Google Shape;1995;p24"/>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3" name="Google Shape;1996;p24"/>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4" name="Google Shape;1997;p24"/>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5" name="Google Shape;1998;p24"/>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6" name="Google Shape;1999;p24"/>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7" name="Google Shape;2000;p24"/>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8" name="Google Shape;2001;p24"/>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9" name="Google Shape;2002;p24"/>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0" name="Google Shape;2003;p24"/>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1" name="Google Shape;2004;p24"/>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2" name="Google Shape;2005;p24"/>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3" name="Google Shape;2006;p24"/>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4" name="Google Shape;2007;p24"/>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5" name="Google Shape;2008;p24"/>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6" name="Google Shape;2009;p24"/>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7" name="Google Shape;2010;p24"/>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8" name="Google Shape;2011;p24"/>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9" name="Google Shape;2012;p24"/>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0" name="Google Shape;2013;p24"/>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1" name="Google Shape;2014;p24"/>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2" name="Google Shape;2015;p24"/>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3" name="Google Shape;2016;p24"/>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4" name="Google Shape;2017;p24"/>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15" name="Google Shape;2018;p24"/>
          <p:cNvGrpSpPr/>
          <p:nvPr/>
        </p:nvGrpSpPr>
        <p:grpSpPr>
          <a:xfrm>
            <a:off x="4674960" y="4956120"/>
            <a:ext cx="1520640" cy="301320"/>
            <a:chOff x="4674960" y="4956120"/>
            <a:chExt cx="1520640" cy="301320"/>
          </a:xfrm>
        </p:grpSpPr>
        <p:sp>
          <p:nvSpPr>
            <p:cNvPr id="1416" name="Google Shape;2019;p24"/>
            <p:cNvSpPr/>
            <p:nvPr/>
          </p:nvSpPr>
          <p:spPr>
            <a:xfrm>
              <a:off x="4768560" y="50025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7" name="Google Shape;2020;p24"/>
            <p:cNvSpPr/>
            <p:nvPr/>
          </p:nvSpPr>
          <p:spPr>
            <a:xfrm>
              <a:off x="6104160" y="51660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8" name="Google Shape;2021;p24"/>
            <p:cNvSpPr/>
            <p:nvPr/>
          </p:nvSpPr>
          <p:spPr>
            <a:xfrm>
              <a:off x="6127920" y="51908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9" name="Google Shape;2022;p24"/>
            <p:cNvSpPr/>
            <p:nvPr/>
          </p:nvSpPr>
          <p:spPr>
            <a:xfrm>
              <a:off x="4674960" y="495612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0" name="Google Shape;2023;p24"/>
            <p:cNvSpPr/>
            <p:nvPr/>
          </p:nvSpPr>
          <p:spPr>
            <a:xfrm>
              <a:off x="4698720" y="49809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21" name="Google Shape;2024;p24"/>
          <p:cNvGrpSpPr/>
          <p:nvPr/>
        </p:nvGrpSpPr>
        <p:grpSpPr>
          <a:xfrm>
            <a:off x="-141480" y="2534040"/>
            <a:ext cx="552600" cy="98640"/>
            <a:chOff x="-141480" y="2534040"/>
            <a:chExt cx="552600" cy="98640"/>
          </a:xfrm>
        </p:grpSpPr>
        <p:sp>
          <p:nvSpPr>
            <p:cNvPr id="1422" name="Google Shape;2025;p24"/>
            <p:cNvSpPr/>
            <p:nvPr/>
          </p:nvSpPr>
          <p:spPr>
            <a:xfrm rot="5400000">
              <a:off x="312480" y="253404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3" name="Google Shape;2026;p24"/>
            <p:cNvSpPr/>
            <p:nvPr/>
          </p:nvSpPr>
          <p:spPr>
            <a:xfrm rot="5400000">
              <a:off x="339120" y="25606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4" name="Google Shape;2027;p24"/>
            <p:cNvSpPr/>
            <p:nvPr/>
          </p:nvSpPr>
          <p:spPr>
            <a:xfrm rot="5400000">
              <a:off x="-141480" y="25369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5" name="Google Shape;2028;p24"/>
            <p:cNvSpPr/>
            <p:nvPr/>
          </p:nvSpPr>
          <p:spPr>
            <a:xfrm rot="5400000">
              <a:off x="-117720" y="25610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6" name="Google Shape;2029;p24"/>
            <p:cNvSpPr/>
            <p:nvPr/>
          </p:nvSpPr>
          <p:spPr>
            <a:xfrm rot="5400000">
              <a:off x="134640" y="239832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27" name="Google Shape;2030;p24"/>
          <p:cNvGrpSpPr/>
          <p:nvPr/>
        </p:nvGrpSpPr>
        <p:grpSpPr>
          <a:xfrm>
            <a:off x="-1744560" y="3592080"/>
            <a:ext cx="2297520" cy="347040"/>
            <a:chOff x="-1744560" y="3592080"/>
            <a:chExt cx="2297520" cy="347040"/>
          </a:xfrm>
        </p:grpSpPr>
        <p:sp>
          <p:nvSpPr>
            <p:cNvPr id="1428" name="Google Shape;2031;p24"/>
            <p:cNvSpPr/>
            <p:nvPr/>
          </p:nvSpPr>
          <p:spPr>
            <a:xfrm>
              <a:off x="-1744560" y="387144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9" name="Google Shape;2032;p24"/>
            <p:cNvSpPr/>
            <p:nvPr/>
          </p:nvSpPr>
          <p:spPr>
            <a:xfrm>
              <a:off x="-1441440" y="359208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30" name="Google Shape;2033;p24"/>
          <p:cNvSpPr/>
          <p:nvPr/>
        </p:nvSpPr>
        <p:spPr>
          <a:xfrm rot="10800000">
            <a:off x="414360" y="446580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31" name="Google Shape;2034;p24"/>
          <p:cNvGrpSpPr/>
          <p:nvPr/>
        </p:nvGrpSpPr>
        <p:grpSpPr>
          <a:xfrm>
            <a:off x="-222840" y="226080"/>
            <a:ext cx="1506960" cy="586440"/>
            <a:chOff x="-222840" y="226080"/>
            <a:chExt cx="1506960" cy="586440"/>
          </a:xfrm>
        </p:grpSpPr>
        <p:sp>
          <p:nvSpPr>
            <p:cNvPr id="1432" name="Google Shape;2035;p24"/>
            <p:cNvSpPr/>
            <p:nvPr/>
          </p:nvSpPr>
          <p:spPr>
            <a:xfrm rot="16200000">
              <a:off x="348840" y="-12276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33" name="Google Shape;2036;p24"/>
            <p:cNvGrpSpPr/>
            <p:nvPr/>
          </p:nvGrpSpPr>
          <p:grpSpPr>
            <a:xfrm>
              <a:off x="-222840" y="452160"/>
              <a:ext cx="1105920" cy="133920"/>
              <a:chOff x="-222840" y="452160"/>
              <a:chExt cx="1105920" cy="133920"/>
            </a:xfrm>
          </p:grpSpPr>
          <p:grpSp>
            <p:nvGrpSpPr>
              <p:cNvPr id="1434" name="Google Shape;2037;p24"/>
              <p:cNvGrpSpPr/>
              <p:nvPr/>
            </p:nvGrpSpPr>
            <p:grpSpPr>
              <a:xfrm>
                <a:off x="-222840" y="535320"/>
                <a:ext cx="883080" cy="50760"/>
                <a:chOff x="-222840" y="535320"/>
                <a:chExt cx="883080" cy="50760"/>
              </a:xfrm>
            </p:grpSpPr>
            <p:sp>
              <p:nvSpPr>
                <p:cNvPr id="1435" name="Google Shape;2038;p24"/>
                <p:cNvSpPr/>
                <p:nvPr/>
              </p:nvSpPr>
              <p:spPr>
                <a:xfrm>
                  <a:off x="-222840" y="53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6" name="Google Shape;2039;p24"/>
                <p:cNvSpPr/>
                <p:nvPr/>
              </p:nvSpPr>
              <p:spPr>
                <a:xfrm>
                  <a:off x="-130320" y="53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7" name="Google Shape;2040;p24"/>
                <p:cNvSpPr/>
                <p:nvPr/>
              </p:nvSpPr>
              <p:spPr>
                <a:xfrm>
                  <a:off x="-37800" y="53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8" name="Google Shape;2041;p24"/>
                <p:cNvSpPr/>
                <p:nvPr/>
              </p:nvSpPr>
              <p:spPr>
                <a:xfrm>
                  <a:off x="54720" y="53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9" name="Google Shape;2042;p24"/>
                <p:cNvSpPr/>
                <p:nvPr/>
              </p:nvSpPr>
              <p:spPr>
                <a:xfrm>
                  <a:off x="147240" y="53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0" name="Google Shape;2043;p24"/>
                <p:cNvSpPr/>
                <p:nvPr/>
              </p:nvSpPr>
              <p:spPr>
                <a:xfrm>
                  <a:off x="239760" y="53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1" name="Google Shape;2044;p24"/>
                <p:cNvSpPr/>
                <p:nvPr/>
              </p:nvSpPr>
              <p:spPr>
                <a:xfrm>
                  <a:off x="331920" y="53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2" name="Google Shape;2045;p24"/>
                <p:cNvSpPr/>
                <p:nvPr/>
              </p:nvSpPr>
              <p:spPr>
                <a:xfrm>
                  <a:off x="424440" y="53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3" name="Google Shape;2046;p24"/>
                <p:cNvSpPr/>
                <p:nvPr/>
              </p:nvSpPr>
              <p:spPr>
                <a:xfrm>
                  <a:off x="516960" y="53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4" name="Google Shape;2047;p24"/>
                <p:cNvSpPr/>
                <p:nvPr/>
              </p:nvSpPr>
              <p:spPr>
                <a:xfrm>
                  <a:off x="609480" y="53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45" name="Google Shape;2048;p24"/>
              <p:cNvGrpSpPr/>
              <p:nvPr/>
            </p:nvGrpSpPr>
            <p:grpSpPr>
              <a:xfrm>
                <a:off x="0" y="452160"/>
                <a:ext cx="883080" cy="50760"/>
                <a:chOff x="0" y="452160"/>
                <a:chExt cx="883080" cy="50760"/>
              </a:xfrm>
            </p:grpSpPr>
            <p:sp>
              <p:nvSpPr>
                <p:cNvPr id="1446" name="Google Shape;2049;p24"/>
                <p:cNvSpPr/>
                <p:nvPr/>
              </p:nvSpPr>
              <p:spPr>
                <a:xfrm>
                  <a:off x="0" y="4521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7" name="Google Shape;2050;p24"/>
                <p:cNvSpPr/>
                <p:nvPr/>
              </p:nvSpPr>
              <p:spPr>
                <a:xfrm>
                  <a:off x="92520" y="4521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8" name="Google Shape;2051;p24"/>
                <p:cNvSpPr/>
                <p:nvPr/>
              </p:nvSpPr>
              <p:spPr>
                <a:xfrm>
                  <a:off x="185040" y="4521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9" name="Google Shape;2052;p24"/>
                <p:cNvSpPr/>
                <p:nvPr/>
              </p:nvSpPr>
              <p:spPr>
                <a:xfrm>
                  <a:off x="277200" y="4521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0" name="Google Shape;2053;p24"/>
                <p:cNvSpPr/>
                <p:nvPr/>
              </p:nvSpPr>
              <p:spPr>
                <a:xfrm>
                  <a:off x="369720" y="4521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1" name="Google Shape;2054;p24"/>
                <p:cNvSpPr/>
                <p:nvPr/>
              </p:nvSpPr>
              <p:spPr>
                <a:xfrm>
                  <a:off x="462240" y="4521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2" name="Google Shape;2055;p24"/>
                <p:cNvSpPr/>
                <p:nvPr/>
              </p:nvSpPr>
              <p:spPr>
                <a:xfrm>
                  <a:off x="554760" y="4521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3" name="Google Shape;2056;p24"/>
                <p:cNvSpPr/>
                <p:nvPr/>
              </p:nvSpPr>
              <p:spPr>
                <a:xfrm>
                  <a:off x="647280" y="4521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4" name="Google Shape;2057;p24"/>
                <p:cNvSpPr/>
                <p:nvPr/>
              </p:nvSpPr>
              <p:spPr>
                <a:xfrm>
                  <a:off x="739800" y="4521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5" name="Google Shape;2058;p24"/>
                <p:cNvSpPr/>
                <p:nvPr/>
              </p:nvSpPr>
              <p:spPr>
                <a:xfrm>
                  <a:off x="832320" y="4521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sp>
        <p:nvSpPr>
          <p:cNvPr id="1456" name="Google Shape;2059;p24"/>
          <p:cNvSpPr/>
          <p:nvPr/>
        </p:nvSpPr>
        <p:spPr>
          <a:xfrm>
            <a:off x="8557200" y="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57" name="Google Shape;2060;p24"/>
          <p:cNvGrpSpPr/>
          <p:nvPr/>
        </p:nvGrpSpPr>
        <p:grpSpPr>
          <a:xfrm>
            <a:off x="8041320" y="183600"/>
            <a:ext cx="1520640" cy="301680"/>
            <a:chOff x="8041320" y="183600"/>
            <a:chExt cx="1520640" cy="301680"/>
          </a:xfrm>
        </p:grpSpPr>
        <p:sp>
          <p:nvSpPr>
            <p:cNvPr id="1458" name="Google Shape;2061;p24"/>
            <p:cNvSpPr/>
            <p:nvPr/>
          </p:nvSpPr>
          <p:spPr>
            <a:xfrm>
              <a:off x="8134920" y="23004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9" name="Google Shape;2062;p24"/>
            <p:cNvSpPr/>
            <p:nvPr/>
          </p:nvSpPr>
          <p:spPr>
            <a:xfrm>
              <a:off x="9470520" y="3938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0" name="Google Shape;2063;p24"/>
            <p:cNvSpPr/>
            <p:nvPr/>
          </p:nvSpPr>
          <p:spPr>
            <a:xfrm>
              <a:off x="9494280" y="41868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1" name="Google Shape;2064;p24"/>
            <p:cNvSpPr/>
            <p:nvPr/>
          </p:nvSpPr>
          <p:spPr>
            <a:xfrm>
              <a:off x="8041320" y="18360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2" name="Google Shape;2065;p24"/>
            <p:cNvSpPr/>
            <p:nvPr/>
          </p:nvSpPr>
          <p:spPr>
            <a:xfrm>
              <a:off x="8065440" y="2084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63" name="Google Shape;2066;p24"/>
          <p:cNvGrpSpPr/>
          <p:nvPr/>
        </p:nvGrpSpPr>
        <p:grpSpPr>
          <a:xfrm>
            <a:off x="8681400" y="2524680"/>
            <a:ext cx="241560" cy="882720"/>
            <a:chOff x="8681400" y="2524680"/>
            <a:chExt cx="241560" cy="882720"/>
          </a:xfrm>
        </p:grpSpPr>
        <p:sp>
          <p:nvSpPr>
            <p:cNvPr id="1464" name="Google Shape;2067;p24"/>
            <p:cNvSpPr/>
            <p:nvPr/>
          </p:nvSpPr>
          <p:spPr>
            <a:xfrm rot="5400000">
              <a:off x="8726040" y="247968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5" name="Google Shape;2068;p24"/>
            <p:cNvSpPr/>
            <p:nvPr/>
          </p:nvSpPr>
          <p:spPr>
            <a:xfrm rot="5400000">
              <a:off x="8726760" y="26262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6" name="Google Shape;2069;p24"/>
            <p:cNvSpPr/>
            <p:nvPr/>
          </p:nvSpPr>
          <p:spPr>
            <a:xfrm rot="5400000">
              <a:off x="8726760" y="27727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7" name="Google Shape;2070;p24"/>
            <p:cNvSpPr/>
            <p:nvPr/>
          </p:nvSpPr>
          <p:spPr>
            <a:xfrm rot="5400000">
              <a:off x="8726760" y="29188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8" name="Google Shape;2071;p24"/>
            <p:cNvSpPr/>
            <p:nvPr/>
          </p:nvSpPr>
          <p:spPr>
            <a:xfrm rot="5400000">
              <a:off x="8726760" y="30650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9" name="Google Shape;2072;p24"/>
            <p:cNvSpPr/>
            <p:nvPr/>
          </p:nvSpPr>
          <p:spPr>
            <a:xfrm rot="5400000">
              <a:off x="8726760" y="32112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70" name="Google Shape;2073;p24"/>
          <p:cNvGrpSpPr/>
          <p:nvPr/>
        </p:nvGrpSpPr>
        <p:grpSpPr>
          <a:xfrm>
            <a:off x="8267400" y="4678920"/>
            <a:ext cx="1105560" cy="133560"/>
            <a:chOff x="8267400" y="4678920"/>
            <a:chExt cx="1105560" cy="133560"/>
          </a:xfrm>
        </p:grpSpPr>
        <p:grpSp>
          <p:nvGrpSpPr>
            <p:cNvPr id="1471" name="Google Shape;2074;p24"/>
            <p:cNvGrpSpPr/>
            <p:nvPr/>
          </p:nvGrpSpPr>
          <p:grpSpPr>
            <a:xfrm>
              <a:off x="8267400" y="4761720"/>
              <a:ext cx="883080" cy="50760"/>
              <a:chOff x="8267400" y="4761720"/>
              <a:chExt cx="883080" cy="50760"/>
            </a:xfrm>
          </p:grpSpPr>
          <p:sp>
            <p:nvSpPr>
              <p:cNvPr id="1472" name="Google Shape;2075;p24"/>
              <p:cNvSpPr/>
              <p:nvPr/>
            </p:nvSpPr>
            <p:spPr>
              <a:xfrm>
                <a:off x="8267400" y="47617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3" name="Google Shape;2076;p24"/>
              <p:cNvSpPr/>
              <p:nvPr/>
            </p:nvSpPr>
            <p:spPr>
              <a:xfrm>
                <a:off x="8359920" y="47617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4" name="Google Shape;2077;p24"/>
              <p:cNvSpPr/>
              <p:nvPr/>
            </p:nvSpPr>
            <p:spPr>
              <a:xfrm>
                <a:off x="8452440" y="47617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5" name="Google Shape;2078;p24"/>
              <p:cNvSpPr/>
              <p:nvPr/>
            </p:nvSpPr>
            <p:spPr>
              <a:xfrm>
                <a:off x="8544960" y="47617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6" name="Google Shape;2079;p24"/>
              <p:cNvSpPr/>
              <p:nvPr/>
            </p:nvSpPr>
            <p:spPr>
              <a:xfrm>
                <a:off x="8637120" y="47617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7" name="Google Shape;2080;p24"/>
              <p:cNvSpPr/>
              <p:nvPr/>
            </p:nvSpPr>
            <p:spPr>
              <a:xfrm>
                <a:off x="8729640" y="47617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8" name="Google Shape;2081;p24"/>
              <p:cNvSpPr/>
              <p:nvPr/>
            </p:nvSpPr>
            <p:spPr>
              <a:xfrm>
                <a:off x="8822160" y="47617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9" name="Google Shape;2082;p24"/>
              <p:cNvSpPr/>
              <p:nvPr/>
            </p:nvSpPr>
            <p:spPr>
              <a:xfrm>
                <a:off x="8914680" y="47617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0" name="Google Shape;2083;p24"/>
              <p:cNvSpPr/>
              <p:nvPr/>
            </p:nvSpPr>
            <p:spPr>
              <a:xfrm>
                <a:off x="9007200" y="47617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1" name="Google Shape;2084;p24"/>
              <p:cNvSpPr/>
              <p:nvPr/>
            </p:nvSpPr>
            <p:spPr>
              <a:xfrm>
                <a:off x="9099720" y="47617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82" name="Google Shape;2085;p24"/>
            <p:cNvGrpSpPr/>
            <p:nvPr/>
          </p:nvGrpSpPr>
          <p:grpSpPr>
            <a:xfrm>
              <a:off x="8490240" y="4678920"/>
              <a:ext cx="882720" cy="50760"/>
              <a:chOff x="8490240" y="4678920"/>
              <a:chExt cx="882720" cy="50760"/>
            </a:xfrm>
          </p:grpSpPr>
          <p:sp>
            <p:nvSpPr>
              <p:cNvPr id="1483" name="Google Shape;2086;p24"/>
              <p:cNvSpPr/>
              <p:nvPr/>
            </p:nvSpPr>
            <p:spPr>
              <a:xfrm>
                <a:off x="8490240" y="4678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4" name="Google Shape;2087;p24"/>
              <p:cNvSpPr/>
              <p:nvPr/>
            </p:nvSpPr>
            <p:spPr>
              <a:xfrm>
                <a:off x="8582400" y="4678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5" name="Google Shape;2088;p24"/>
              <p:cNvSpPr/>
              <p:nvPr/>
            </p:nvSpPr>
            <p:spPr>
              <a:xfrm>
                <a:off x="8674920" y="4678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6" name="Google Shape;2089;p24"/>
              <p:cNvSpPr/>
              <p:nvPr/>
            </p:nvSpPr>
            <p:spPr>
              <a:xfrm>
                <a:off x="8767440" y="4678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7" name="Google Shape;2090;p24"/>
              <p:cNvSpPr/>
              <p:nvPr/>
            </p:nvSpPr>
            <p:spPr>
              <a:xfrm>
                <a:off x="8859960" y="4678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8" name="Google Shape;2091;p24"/>
              <p:cNvSpPr/>
              <p:nvPr/>
            </p:nvSpPr>
            <p:spPr>
              <a:xfrm>
                <a:off x="8952480" y="4678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9" name="Google Shape;2092;p24"/>
              <p:cNvSpPr/>
              <p:nvPr/>
            </p:nvSpPr>
            <p:spPr>
              <a:xfrm>
                <a:off x="9045000" y="4678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0" name="Google Shape;2093;p24"/>
              <p:cNvSpPr/>
              <p:nvPr/>
            </p:nvSpPr>
            <p:spPr>
              <a:xfrm>
                <a:off x="9137520" y="4678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1" name="Google Shape;2094;p24"/>
              <p:cNvSpPr/>
              <p:nvPr/>
            </p:nvSpPr>
            <p:spPr>
              <a:xfrm>
                <a:off x="9229680" y="4678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2" name="Google Shape;2095;p24"/>
              <p:cNvSpPr/>
              <p:nvPr/>
            </p:nvSpPr>
            <p:spPr>
              <a:xfrm>
                <a:off x="9322200" y="4678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493" name="Google Shape;2096;p24"/>
          <p:cNvGrpSpPr/>
          <p:nvPr/>
        </p:nvGrpSpPr>
        <p:grpSpPr>
          <a:xfrm>
            <a:off x="5023440" y="239040"/>
            <a:ext cx="1252440" cy="50760"/>
            <a:chOff x="5023440" y="239040"/>
            <a:chExt cx="1252440" cy="50760"/>
          </a:xfrm>
        </p:grpSpPr>
        <p:sp>
          <p:nvSpPr>
            <p:cNvPr id="1494" name="Google Shape;2097;p24"/>
            <p:cNvSpPr/>
            <p:nvPr/>
          </p:nvSpPr>
          <p:spPr>
            <a:xfrm>
              <a:off x="5023440" y="239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5" name="Google Shape;2098;p24"/>
            <p:cNvSpPr/>
            <p:nvPr/>
          </p:nvSpPr>
          <p:spPr>
            <a:xfrm>
              <a:off x="5115600" y="239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6" name="Google Shape;2099;p24"/>
            <p:cNvSpPr/>
            <p:nvPr/>
          </p:nvSpPr>
          <p:spPr>
            <a:xfrm>
              <a:off x="5208120" y="239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7" name="Google Shape;2100;p24"/>
            <p:cNvSpPr/>
            <p:nvPr/>
          </p:nvSpPr>
          <p:spPr>
            <a:xfrm>
              <a:off x="5300640" y="239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8" name="Google Shape;2101;p24"/>
            <p:cNvSpPr/>
            <p:nvPr/>
          </p:nvSpPr>
          <p:spPr>
            <a:xfrm>
              <a:off x="5393160" y="239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9" name="Google Shape;2102;p24"/>
            <p:cNvSpPr/>
            <p:nvPr/>
          </p:nvSpPr>
          <p:spPr>
            <a:xfrm>
              <a:off x="5485680" y="239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0" name="Google Shape;2103;p24"/>
            <p:cNvSpPr/>
            <p:nvPr/>
          </p:nvSpPr>
          <p:spPr>
            <a:xfrm>
              <a:off x="5578200" y="239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1" name="Google Shape;2104;p24"/>
            <p:cNvSpPr/>
            <p:nvPr/>
          </p:nvSpPr>
          <p:spPr>
            <a:xfrm>
              <a:off x="5670720" y="239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2" name="Google Shape;2105;p24"/>
            <p:cNvSpPr/>
            <p:nvPr/>
          </p:nvSpPr>
          <p:spPr>
            <a:xfrm>
              <a:off x="5762880" y="239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3" name="Google Shape;2106;p24"/>
            <p:cNvSpPr/>
            <p:nvPr/>
          </p:nvSpPr>
          <p:spPr>
            <a:xfrm>
              <a:off x="5855400" y="239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4" name="Google Shape;2107;p24"/>
            <p:cNvSpPr/>
            <p:nvPr/>
          </p:nvSpPr>
          <p:spPr>
            <a:xfrm>
              <a:off x="5947920" y="239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5" name="Google Shape;2108;p24"/>
            <p:cNvSpPr/>
            <p:nvPr/>
          </p:nvSpPr>
          <p:spPr>
            <a:xfrm>
              <a:off x="6040440" y="239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6" name="Google Shape;2109;p24"/>
            <p:cNvSpPr/>
            <p:nvPr/>
          </p:nvSpPr>
          <p:spPr>
            <a:xfrm>
              <a:off x="6132960" y="239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7" name="Google Shape;2110;p24"/>
            <p:cNvSpPr/>
            <p:nvPr/>
          </p:nvSpPr>
          <p:spPr>
            <a:xfrm>
              <a:off x="6225120" y="239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508" name="PlaceHolder 1"/>
          <p:cNvSpPr>
            <a:spLocks noGrp="1"/>
          </p:cNvSpPr>
          <p:nvPr>
            <p:ph type="title"/>
          </p:nvPr>
        </p:nvSpPr>
        <p:spPr>
          <a:xfrm>
            <a:off x="713160" y="539280"/>
            <a:ext cx="7717320" cy="572400"/>
          </a:xfrm>
          <a:prstGeom prst="rect">
            <a:avLst/>
          </a:prstGeom>
          <a:noFill/>
          <a:ln w="0">
            <a:noFill/>
          </a:ln>
          <a:effectLst>
            <a:outerShdw blurRad="85680" rotWithShape="0">
              <a:srgbClr val="8FFFFF">
                <a:alpha val="40000"/>
              </a:srgbClr>
            </a:outerShdw>
          </a:effectLst>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4">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509" name="Google Shape;2113;p25"/>
          <p:cNvGrpSpPr/>
          <p:nvPr/>
        </p:nvGrpSpPr>
        <p:grpSpPr>
          <a:xfrm>
            <a:off x="0" y="0"/>
            <a:ext cx="9143280" cy="5142960"/>
            <a:chOff x="0" y="0"/>
            <a:chExt cx="9143280" cy="5142960"/>
          </a:xfrm>
        </p:grpSpPr>
        <p:sp>
          <p:nvSpPr>
            <p:cNvPr id="1510" name="Google Shape;2114;p25"/>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1" name="Google Shape;2115;p25"/>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2" name="Google Shape;2116;p25"/>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3" name="Google Shape;2117;p25"/>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4" name="Google Shape;2118;p25"/>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5" name="Google Shape;2119;p25"/>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6" name="Google Shape;2120;p25"/>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7" name="Google Shape;2121;p25"/>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8" name="Google Shape;2122;p25"/>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9" name="Google Shape;2123;p25"/>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0" name="Google Shape;2124;p25"/>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1" name="Google Shape;2125;p25"/>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2" name="Google Shape;2126;p25"/>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3" name="Google Shape;2127;p25"/>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4" name="Google Shape;2128;p25"/>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5" name="Google Shape;2129;p25"/>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6" name="Google Shape;2130;p25"/>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7" name="Google Shape;2131;p25"/>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8" name="Google Shape;2132;p25"/>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9" name="Google Shape;2133;p25"/>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0" name="Google Shape;2134;p25"/>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1" name="Google Shape;2135;p25"/>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2" name="Google Shape;2136;p25"/>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3" name="Google Shape;2137;p25"/>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4" name="Google Shape;2138;p25"/>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5" name="Google Shape;2139;p25"/>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6" name="Google Shape;2140;p25"/>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7" name="Google Shape;2141;p25"/>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8" name="Google Shape;2142;p25"/>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9" name="Google Shape;2143;p25"/>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0" name="Google Shape;2144;p25"/>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1" name="Google Shape;2145;p25"/>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2" name="Google Shape;2146;p25"/>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3" name="Google Shape;2147;p25"/>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4" name="Google Shape;2148;p25"/>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5" name="Google Shape;2149;p25"/>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6" name="Google Shape;2150;p25"/>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7" name="Google Shape;2151;p25"/>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48" name="Google Shape;2152;p25"/>
          <p:cNvSpPr/>
          <p:nvPr/>
        </p:nvSpPr>
        <p:spPr>
          <a:xfrm rot="16200000">
            <a:off x="120240" y="7344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49" name="Google Shape;2153;p25"/>
          <p:cNvGrpSpPr/>
          <p:nvPr/>
        </p:nvGrpSpPr>
        <p:grpSpPr>
          <a:xfrm>
            <a:off x="-141480" y="3885120"/>
            <a:ext cx="552600" cy="98640"/>
            <a:chOff x="-141480" y="3885120"/>
            <a:chExt cx="552600" cy="98640"/>
          </a:xfrm>
        </p:grpSpPr>
        <p:sp>
          <p:nvSpPr>
            <p:cNvPr id="1550" name="Google Shape;2154;p25"/>
            <p:cNvSpPr/>
            <p:nvPr/>
          </p:nvSpPr>
          <p:spPr>
            <a:xfrm rot="5400000">
              <a:off x="312480" y="388512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1" name="Google Shape;2155;p25"/>
            <p:cNvSpPr/>
            <p:nvPr/>
          </p:nvSpPr>
          <p:spPr>
            <a:xfrm rot="5400000">
              <a:off x="339120" y="391212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2" name="Google Shape;2156;p25"/>
            <p:cNvSpPr/>
            <p:nvPr/>
          </p:nvSpPr>
          <p:spPr>
            <a:xfrm rot="5400000">
              <a:off x="-141480" y="38880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3" name="Google Shape;2157;p25"/>
            <p:cNvSpPr/>
            <p:nvPr/>
          </p:nvSpPr>
          <p:spPr>
            <a:xfrm rot="5400000">
              <a:off x="-117720" y="391212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4" name="Google Shape;2158;p25"/>
            <p:cNvSpPr/>
            <p:nvPr/>
          </p:nvSpPr>
          <p:spPr>
            <a:xfrm rot="5400000">
              <a:off x="134640" y="374940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55" name="Google Shape;2159;p25"/>
          <p:cNvGrpSpPr/>
          <p:nvPr/>
        </p:nvGrpSpPr>
        <p:grpSpPr>
          <a:xfrm>
            <a:off x="-538920" y="567000"/>
            <a:ext cx="1822680" cy="295920"/>
            <a:chOff x="-538920" y="567000"/>
            <a:chExt cx="1822680" cy="295920"/>
          </a:xfrm>
        </p:grpSpPr>
        <p:sp>
          <p:nvSpPr>
            <p:cNvPr id="1556" name="Google Shape;2160;p25"/>
            <p:cNvSpPr/>
            <p:nvPr/>
          </p:nvSpPr>
          <p:spPr>
            <a:xfrm flipH="1">
              <a:off x="-538560" y="712800"/>
              <a:ext cx="1723680" cy="150120"/>
            </a:xfrm>
            <a:custGeom>
              <a:avLst/>
              <a:gdLst>
                <a:gd name="textAreaLeft" fmla="*/ 360 w 1723680"/>
                <a:gd name="textAreaRight" fmla="*/ 172440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7" name="Google Shape;2161;p25"/>
            <p:cNvSpPr/>
            <p:nvPr/>
          </p:nvSpPr>
          <p:spPr>
            <a:xfrm flipH="1">
              <a:off x="596160" y="56700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8" name="Google Shape;2162;p25"/>
            <p:cNvSpPr/>
            <p:nvPr/>
          </p:nvSpPr>
          <p:spPr>
            <a:xfrm flipH="1">
              <a:off x="619200" y="59148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4">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9" name="Google Shape;2163;p25"/>
            <p:cNvSpPr/>
            <p:nvPr/>
          </p:nvSpPr>
          <p:spPr>
            <a:xfrm flipH="1">
              <a:off x="1192320" y="66636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0" name="Google Shape;2164;p25"/>
            <p:cNvSpPr/>
            <p:nvPr/>
          </p:nvSpPr>
          <p:spPr>
            <a:xfrm flipH="1">
              <a:off x="1215720" y="69120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61" name="Google Shape;2165;p25"/>
            <p:cNvSpPr/>
            <p:nvPr/>
          </p:nvSpPr>
          <p:spPr>
            <a:xfrm flipH="1">
              <a:off x="-539280" y="613080"/>
              <a:ext cx="1134360" cy="174960"/>
            </a:xfrm>
            <a:custGeom>
              <a:avLst/>
              <a:gdLst>
                <a:gd name="textAreaLeft" fmla="*/ -360 w 1134360"/>
                <a:gd name="textAreaRight" fmla="*/ 1134360 w 1134360"/>
                <a:gd name="textAreaTop" fmla="*/ 0 h 174960"/>
                <a:gd name="textAreaBottom" fmla="*/ 175320 h 174960"/>
              </a:gdLst>
              <a:ahLst/>
              <a:cxnLst/>
              <a:rect l="textAreaLeft" t="textAreaTop" r="textAreaRight" b="textAreaBottom"/>
              <a:pathLst>
                <a:path w="36417" h="5628" fill="none">
                  <a:moveTo>
                    <a:pt x="0" y="0"/>
                  </a:moveTo>
                  <a:lnTo>
                    <a:pt x="6049" y="0"/>
                  </a:lnTo>
                  <a:lnTo>
                    <a:pt x="8379" y="2330"/>
                  </a:lnTo>
                  <a:lnTo>
                    <a:pt x="11676" y="5627"/>
                  </a:lnTo>
                  <a:lnTo>
                    <a:pt x="36416" y="5627"/>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62" name="Google Shape;2166;p25"/>
          <p:cNvGrpSpPr/>
          <p:nvPr/>
        </p:nvGrpSpPr>
        <p:grpSpPr>
          <a:xfrm>
            <a:off x="4572360" y="4820760"/>
            <a:ext cx="552600" cy="98640"/>
            <a:chOff x="4572360" y="4820760"/>
            <a:chExt cx="552600" cy="98640"/>
          </a:xfrm>
        </p:grpSpPr>
        <p:sp>
          <p:nvSpPr>
            <p:cNvPr id="1563" name="Google Shape;2167;p25"/>
            <p:cNvSpPr/>
            <p:nvPr/>
          </p:nvSpPr>
          <p:spPr>
            <a:xfrm rot="5400000">
              <a:off x="5026320" y="482076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4" name="Google Shape;2168;p25"/>
            <p:cNvSpPr/>
            <p:nvPr/>
          </p:nvSpPr>
          <p:spPr>
            <a:xfrm rot="5400000">
              <a:off x="5052960" y="484776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65" name="Google Shape;2169;p25"/>
            <p:cNvSpPr/>
            <p:nvPr/>
          </p:nvSpPr>
          <p:spPr>
            <a:xfrm rot="5400000">
              <a:off x="4572360" y="48240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6" name="Google Shape;2170;p25"/>
            <p:cNvSpPr/>
            <p:nvPr/>
          </p:nvSpPr>
          <p:spPr>
            <a:xfrm rot="5400000">
              <a:off x="4596480" y="48477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67" name="Google Shape;2171;p25"/>
            <p:cNvSpPr/>
            <p:nvPr/>
          </p:nvSpPr>
          <p:spPr>
            <a:xfrm rot="5400000">
              <a:off x="4848480" y="468540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68" name="Google Shape;2172;p25"/>
          <p:cNvGrpSpPr/>
          <p:nvPr/>
        </p:nvGrpSpPr>
        <p:grpSpPr>
          <a:xfrm>
            <a:off x="433080" y="4755960"/>
            <a:ext cx="1105560" cy="133920"/>
            <a:chOff x="433080" y="4755960"/>
            <a:chExt cx="1105560" cy="133920"/>
          </a:xfrm>
        </p:grpSpPr>
        <p:grpSp>
          <p:nvGrpSpPr>
            <p:cNvPr id="1569" name="Google Shape;2173;p25"/>
            <p:cNvGrpSpPr/>
            <p:nvPr/>
          </p:nvGrpSpPr>
          <p:grpSpPr>
            <a:xfrm>
              <a:off x="433080" y="4839120"/>
              <a:ext cx="882720" cy="50760"/>
              <a:chOff x="433080" y="4839120"/>
              <a:chExt cx="882720" cy="50760"/>
            </a:xfrm>
          </p:grpSpPr>
          <p:sp>
            <p:nvSpPr>
              <p:cNvPr id="1570" name="Google Shape;2174;p25"/>
              <p:cNvSpPr/>
              <p:nvPr/>
            </p:nvSpPr>
            <p:spPr>
              <a:xfrm>
                <a:off x="433080" y="4839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1" name="Google Shape;2175;p25"/>
              <p:cNvSpPr/>
              <p:nvPr/>
            </p:nvSpPr>
            <p:spPr>
              <a:xfrm>
                <a:off x="525240" y="4839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2" name="Google Shape;2176;p25"/>
              <p:cNvSpPr/>
              <p:nvPr/>
            </p:nvSpPr>
            <p:spPr>
              <a:xfrm>
                <a:off x="617760" y="4839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3" name="Google Shape;2177;p25"/>
              <p:cNvSpPr/>
              <p:nvPr/>
            </p:nvSpPr>
            <p:spPr>
              <a:xfrm>
                <a:off x="710280" y="4839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4" name="Google Shape;2178;p25"/>
              <p:cNvSpPr/>
              <p:nvPr/>
            </p:nvSpPr>
            <p:spPr>
              <a:xfrm>
                <a:off x="802800" y="4839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5" name="Google Shape;2179;p25"/>
              <p:cNvSpPr/>
              <p:nvPr/>
            </p:nvSpPr>
            <p:spPr>
              <a:xfrm>
                <a:off x="895320" y="4839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6" name="Google Shape;2180;p25"/>
              <p:cNvSpPr/>
              <p:nvPr/>
            </p:nvSpPr>
            <p:spPr>
              <a:xfrm>
                <a:off x="987840" y="4839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7" name="Google Shape;2181;p25"/>
              <p:cNvSpPr/>
              <p:nvPr/>
            </p:nvSpPr>
            <p:spPr>
              <a:xfrm>
                <a:off x="1080360" y="4839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8" name="Google Shape;2182;p25"/>
              <p:cNvSpPr/>
              <p:nvPr/>
            </p:nvSpPr>
            <p:spPr>
              <a:xfrm>
                <a:off x="1172520" y="4839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9" name="Google Shape;2183;p25"/>
              <p:cNvSpPr/>
              <p:nvPr/>
            </p:nvSpPr>
            <p:spPr>
              <a:xfrm>
                <a:off x="1265040" y="4839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580" name="Google Shape;2184;p25"/>
            <p:cNvGrpSpPr/>
            <p:nvPr/>
          </p:nvGrpSpPr>
          <p:grpSpPr>
            <a:xfrm>
              <a:off x="655560" y="4755960"/>
              <a:ext cx="883080" cy="50760"/>
              <a:chOff x="655560" y="4755960"/>
              <a:chExt cx="883080" cy="50760"/>
            </a:xfrm>
          </p:grpSpPr>
          <p:sp>
            <p:nvSpPr>
              <p:cNvPr id="1581" name="Google Shape;2185;p25"/>
              <p:cNvSpPr/>
              <p:nvPr/>
            </p:nvSpPr>
            <p:spPr>
              <a:xfrm>
                <a:off x="655560" y="4755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2" name="Google Shape;2186;p25"/>
              <p:cNvSpPr/>
              <p:nvPr/>
            </p:nvSpPr>
            <p:spPr>
              <a:xfrm>
                <a:off x="748080" y="4755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3" name="Google Shape;2187;p25"/>
              <p:cNvSpPr/>
              <p:nvPr/>
            </p:nvSpPr>
            <p:spPr>
              <a:xfrm>
                <a:off x="840600" y="4755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4" name="Google Shape;2188;p25"/>
              <p:cNvSpPr/>
              <p:nvPr/>
            </p:nvSpPr>
            <p:spPr>
              <a:xfrm>
                <a:off x="933120" y="4755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5" name="Google Shape;2189;p25"/>
              <p:cNvSpPr/>
              <p:nvPr/>
            </p:nvSpPr>
            <p:spPr>
              <a:xfrm>
                <a:off x="1025640" y="4755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6" name="Google Shape;2190;p25"/>
              <p:cNvSpPr/>
              <p:nvPr/>
            </p:nvSpPr>
            <p:spPr>
              <a:xfrm>
                <a:off x="1117800" y="4755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7" name="Google Shape;2191;p25"/>
              <p:cNvSpPr/>
              <p:nvPr/>
            </p:nvSpPr>
            <p:spPr>
              <a:xfrm>
                <a:off x="1210320" y="4755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8" name="Google Shape;2192;p25"/>
              <p:cNvSpPr/>
              <p:nvPr/>
            </p:nvSpPr>
            <p:spPr>
              <a:xfrm>
                <a:off x="1302840" y="4755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9" name="Google Shape;2193;p25"/>
              <p:cNvSpPr/>
              <p:nvPr/>
            </p:nvSpPr>
            <p:spPr>
              <a:xfrm>
                <a:off x="1395360" y="4755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0" name="Google Shape;2194;p25"/>
              <p:cNvSpPr/>
              <p:nvPr/>
            </p:nvSpPr>
            <p:spPr>
              <a:xfrm>
                <a:off x="1487880" y="4755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591" name="Google Shape;2195;p25"/>
          <p:cNvSpPr/>
          <p:nvPr/>
        </p:nvSpPr>
        <p:spPr>
          <a:xfrm rot="5400000">
            <a:off x="8280360" y="422820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2" name="Google Shape;2196;p25"/>
          <p:cNvSpPr/>
          <p:nvPr/>
        </p:nvSpPr>
        <p:spPr>
          <a:xfrm>
            <a:off x="8161560" y="-34884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93" name="Google Shape;2197;p25"/>
          <p:cNvGrpSpPr/>
          <p:nvPr/>
        </p:nvGrpSpPr>
        <p:grpSpPr>
          <a:xfrm>
            <a:off x="8395560" y="4749480"/>
            <a:ext cx="882720" cy="241560"/>
            <a:chOff x="8395560" y="4749480"/>
            <a:chExt cx="882720" cy="241560"/>
          </a:xfrm>
        </p:grpSpPr>
        <p:sp>
          <p:nvSpPr>
            <p:cNvPr id="1594" name="Google Shape;2198;p25"/>
            <p:cNvSpPr/>
            <p:nvPr/>
          </p:nvSpPr>
          <p:spPr>
            <a:xfrm>
              <a:off x="8395560" y="474948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5" name="Google Shape;2199;p25"/>
            <p:cNvSpPr/>
            <p:nvPr/>
          </p:nvSpPr>
          <p:spPr>
            <a:xfrm>
              <a:off x="8543160" y="47494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6" name="Google Shape;2200;p25"/>
            <p:cNvSpPr/>
            <p:nvPr/>
          </p:nvSpPr>
          <p:spPr>
            <a:xfrm>
              <a:off x="8689320" y="47494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7" name="Google Shape;2201;p25"/>
            <p:cNvSpPr/>
            <p:nvPr/>
          </p:nvSpPr>
          <p:spPr>
            <a:xfrm>
              <a:off x="8835480" y="47494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8" name="Google Shape;2202;p25"/>
            <p:cNvSpPr/>
            <p:nvPr/>
          </p:nvSpPr>
          <p:spPr>
            <a:xfrm>
              <a:off x="8981640" y="47494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9" name="Google Shape;2203;p25"/>
            <p:cNvSpPr/>
            <p:nvPr/>
          </p:nvSpPr>
          <p:spPr>
            <a:xfrm>
              <a:off x="9127800" y="47494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600" name="Google Shape;2204;p25"/>
          <p:cNvGrpSpPr/>
          <p:nvPr/>
        </p:nvGrpSpPr>
        <p:grpSpPr>
          <a:xfrm>
            <a:off x="5988960" y="235800"/>
            <a:ext cx="1252800" cy="50760"/>
            <a:chOff x="5988960" y="235800"/>
            <a:chExt cx="1252800" cy="50760"/>
          </a:xfrm>
        </p:grpSpPr>
        <p:sp>
          <p:nvSpPr>
            <p:cNvPr id="1601" name="Google Shape;2205;p25"/>
            <p:cNvSpPr/>
            <p:nvPr/>
          </p:nvSpPr>
          <p:spPr>
            <a:xfrm>
              <a:off x="5988960" y="235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2" name="Google Shape;2206;p25"/>
            <p:cNvSpPr/>
            <p:nvPr/>
          </p:nvSpPr>
          <p:spPr>
            <a:xfrm>
              <a:off x="6081480" y="235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3" name="Google Shape;2207;p25"/>
            <p:cNvSpPr/>
            <p:nvPr/>
          </p:nvSpPr>
          <p:spPr>
            <a:xfrm>
              <a:off x="6174000" y="235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4" name="Google Shape;2208;p25"/>
            <p:cNvSpPr/>
            <p:nvPr/>
          </p:nvSpPr>
          <p:spPr>
            <a:xfrm>
              <a:off x="6266520" y="235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5" name="Google Shape;2209;p25"/>
            <p:cNvSpPr/>
            <p:nvPr/>
          </p:nvSpPr>
          <p:spPr>
            <a:xfrm>
              <a:off x="6359040" y="235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6" name="Google Shape;2210;p25"/>
            <p:cNvSpPr/>
            <p:nvPr/>
          </p:nvSpPr>
          <p:spPr>
            <a:xfrm>
              <a:off x="6451560" y="235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7" name="Google Shape;2211;p25"/>
            <p:cNvSpPr/>
            <p:nvPr/>
          </p:nvSpPr>
          <p:spPr>
            <a:xfrm>
              <a:off x="6544080" y="235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8" name="Google Shape;2212;p25"/>
            <p:cNvSpPr/>
            <p:nvPr/>
          </p:nvSpPr>
          <p:spPr>
            <a:xfrm>
              <a:off x="6636240" y="235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9" name="Google Shape;2213;p25"/>
            <p:cNvSpPr/>
            <p:nvPr/>
          </p:nvSpPr>
          <p:spPr>
            <a:xfrm>
              <a:off x="6728760" y="235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0" name="Google Shape;2214;p25"/>
            <p:cNvSpPr/>
            <p:nvPr/>
          </p:nvSpPr>
          <p:spPr>
            <a:xfrm>
              <a:off x="6821280" y="235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1" name="Google Shape;2215;p25"/>
            <p:cNvSpPr/>
            <p:nvPr/>
          </p:nvSpPr>
          <p:spPr>
            <a:xfrm>
              <a:off x="6913800" y="235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2" name="Google Shape;2216;p25"/>
            <p:cNvSpPr/>
            <p:nvPr/>
          </p:nvSpPr>
          <p:spPr>
            <a:xfrm>
              <a:off x="7006320" y="235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3" name="Google Shape;2217;p25"/>
            <p:cNvSpPr/>
            <p:nvPr/>
          </p:nvSpPr>
          <p:spPr>
            <a:xfrm>
              <a:off x="7098480" y="235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4" name="Google Shape;2218;p25"/>
            <p:cNvSpPr/>
            <p:nvPr/>
          </p:nvSpPr>
          <p:spPr>
            <a:xfrm>
              <a:off x="7191000" y="235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615" name="PlaceHolder 1"/>
          <p:cNvSpPr>
            <a:spLocks noGrp="1"/>
          </p:cNvSpPr>
          <p:nvPr>
            <p:ph type="title"/>
          </p:nvPr>
        </p:nvSpPr>
        <p:spPr>
          <a:xfrm>
            <a:off x="713160" y="539280"/>
            <a:ext cx="7717320" cy="572400"/>
          </a:xfrm>
          <a:prstGeom prst="rect">
            <a:avLst/>
          </a:prstGeom>
          <a:noFill/>
          <a:ln w="0">
            <a:noFill/>
          </a:ln>
          <a:effectLst>
            <a:outerShdw blurRad="85680" rotWithShape="0">
              <a:srgbClr val="8FFFFF">
                <a:alpha val="41000"/>
              </a:srgbClr>
            </a:outerShdw>
          </a:effectLst>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_1">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65" name="Google Shape;931;p13"/>
          <p:cNvGrpSpPr/>
          <p:nvPr/>
        </p:nvGrpSpPr>
        <p:grpSpPr>
          <a:xfrm>
            <a:off x="0" y="0"/>
            <a:ext cx="9143280" cy="5142960"/>
            <a:chOff x="0" y="0"/>
            <a:chExt cx="9143280" cy="5142960"/>
          </a:xfrm>
        </p:grpSpPr>
        <p:sp>
          <p:nvSpPr>
            <p:cNvPr id="266" name="Google Shape;932;p13"/>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7" name="Google Shape;933;p13"/>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8" name="Google Shape;934;p13"/>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9" name="Google Shape;935;p13"/>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0" name="Google Shape;936;p13"/>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1" name="Google Shape;937;p13"/>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 name="Google Shape;938;p13"/>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3" name="Google Shape;939;p13"/>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4" name="Google Shape;940;p13"/>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5" name="Google Shape;941;p13"/>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6" name="Google Shape;942;p13"/>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7" name="Google Shape;943;p13"/>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8" name="Google Shape;944;p13"/>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9" name="Google Shape;945;p13"/>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0" name="Google Shape;946;p13"/>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1" name="Google Shape;947;p13"/>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2" name="Google Shape;948;p13"/>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3" name="Google Shape;949;p13"/>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4" name="Google Shape;950;p13"/>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5" name="Google Shape;951;p13"/>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6" name="Google Shape;952;p13"/>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7" name="Google Shape;953;p13"/>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8" name="Google Shape;954;p13"/>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9" name="Google Shape;955;p13"/>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0" name="Google Shape;956;p13"/>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1" name="Google Shape;957;p13"/>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2" name="Google Shape;958;p13"/>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3" name="Google Shape;959;p13"/>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4" name="Google Shape;960;p13"/>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5" name="Google Shape;961;p13"/>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962;p13"/>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7" name="Google Shape;963;p13"/>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8" name="Google Shape;964;p13"/>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9" name="Google Shape;965;p13"/>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0" name="Google Shape;966;p13"/>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1" name="Google Shape;967;p13"/>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2" name="Google Shape;968;p13"/>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3" name="Google Shape;969;p13"/>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04" name="PlaceHolder 1"/>
          <p:cNvSpPr>
            <a:spLocks noGrp="1"/>
          </p:cNvSpPr>
          <p:nvPr>
            <p:ph type="title"/>
          </p:nvPr>
        </p:nvSpPr>
        <p:spPr>
          <a:xfrm>
            <a:off x="713160" y="539280"/>
            <a:ext cx="7717320" cy="572400"/>
          </a:xfrm>
          <a:prstGeom prst="rect">
            <a:avLst/>
          </a:prstGeom>
          <a:noFill/>
          <a:ln w="0">
            <a:noFill/>
          </a:ln>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
        <p:nvSpPr>
          <p:cNvPr id="305" name="PlaceHolder 2"/>
          <p:cNvSpPr>
            <a:spLocks noGrp="1"/>
          </p:cNvSpPr>
          <p:nvPr>
            <p:ph type="title"/>
          </p:nvPr>
        </p:nvSpPr>
        <p:spPr>
          <a:xfrm>
            <a:off x="776520" y="1982520"/>
            <a:ext cx="2233080" cy="27396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306" name="PlaceHolder 3"/>
          <p:cNvSpPr>
            <a:spLocks noGrp="1"/>
          </p:cNvSpPr>
          <p:nvPr>
            <p:ph type="title"/>
          </p:nvPr>
        </p:nvSpPr>
        <p:spPr>
          <a:xfrm>
            <a:off x="776520" y="1345320"/>
            <a:ext cx="2233080" cy="48456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lgn="ctr">
              <a:lnSpc>
                <a:spcPct val="100000"/>
              </a:lnSpc>
              <a:buNone/>
            </a:pPr>
            <a:r>
              <a:rPr lang="fr-FR" sz="3500" b="1" u="none" strike="noStrike">
                <a:solidFill>
                  <a:schemeClr val="accent2"/>
                </a:solidFill>
                <a:effectLst/>
                <a:uFillTx/>
                <a:latin typeface="Exo"/>
                <a:ea typeface="Exo"/>
              </a:rPr>
              <a:t>xx%</a:t>
            </a:r>
            <a:endParaRPr lang="fr-FR" sz="3500" b="0" u="none" strike="noStrike">
              <a:solidFill>
                <a:schemeClr val="dk1"/>
              </a:solidFill>
              <a:effectLst/>
              <a:uFillTx/>
              <a:latin typeface="Arial"/>
            </a:endParaRPr>
          </a:p>
        </p:txBody>
      </p:sp>
      <p:sp>
        <p:nvSpPr>
          <p:cNvPr id="307" name="PlaceHolder 4"/>
          <p:cNvSpPr>
            <a:spLocks noGrp="1"/>
          </p:cNvSpPr>
          <p:nvPr>
            <p:ph type="title"/>
          </p:nvPr>
        </p:nvSpPr>
        <p:spPr>
          <a:xfrm>
            <a:off x="3471120" y="1982520"/>
            <a:ext cx="2201400" cy="27396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308" name="PlaceHolder 5"/>
          <p:cNvSpPr>
            <a:spLocks noGrp="1"/>
          </p:cNvSpPr>
          <p:nvPr>
            <p:ph type="title"/>
          </p:nvPr>
        </p:nvSpPr>
        <p:spPr>
          <a:xfrm>
            <a:off x="3471120" y="1345320"/>
            <a:ext cx="2201400" cy="48456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lgn="ctr">
              <a:lnSpc>
                <a:spcPct val="100000"/>
              </a:lnSpc>
              <a:buNone/>
            </a:pPr>
            <a:r>
              <a:rPr lang="fr-FR" sz="3500" b="1" u="none" strike="noStrike">
                <a:solidFill>
                  <a:schemeClr val="accent2"/>
                </a:solidFill>
                <a:effectLst/>
                <a:uFillTx/>
                <a:latin typeface="Exo"/>
                <a:ea typeface="Exo"/>
              </a:rPr>
              <a:t>xx%</a:t>
            </a:r>
            <a:endParaRPr lang="fr-FR" sz="3500" b="0" u="none" strike="noStrike">
              <a:solidFill>
                <a:schemeClr val="dk1"/>
              </a:solidFill>
              <a:effectLst/>
              <a:uFillTx/>
              <a:latin typeface="Arial"/>
            </a:endParaRPr>
          </a:p>
        </p:txBody>
      </p:sp>
      <p:sp>
        <p:nvSpPr>
          <p:cNvPr id="309" name="PlaceHolder 6"/>
          <p:cNvSpPr>
            <a:spLocks noGrp="1"/>
          </p:cNvSpPr>
          <p:nvPr>
            <p:ph type="title"/>
          </p:nvPr>
        </p:nvSpPr>
        <p:spPr>
          <a:xfrm>
            <a:off x="6149880" y="1982520"/>
            <a:ext cx="2201400" cy="27396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310" name="PlaceHolder 7"/>
          <p:cNvSpPr>
            <a:spLocks noGrp="1"/>
          </p:cNvSpPr>
          <p:nvPr>
            <p:ph type="title"/>
          </p:nvPr>
        </p:nvSpPr>
        <p:spPr>
          <a:xfrm>
            <a:off x="6149880" y="1345320"/>
            <a:ext cx="2201400" cy="48456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lgn="ctr">
              <a:lnSpc>
                <a:spcPct val="100000"/>
              </a:lnSpc>
              <a:buNone/>
            </a:pPr>
            <a:r>
              <a:rPr lang="fr-FR" sz="3500" b="1" u="none" strike="noStrike">
                <a:solidFill>
                  <a:schemeClr val="accent2"/>
                </a:solidFill>
                <a:effectLst/>
                <a:uFillTx/>
                <a:latin typeface="Exo"/>
                <a:ea typeface="Exo"/>
              </a:rPr>
              <a:t>xx%</a:t>
            </a:r>
            <a:endParaRPr lang="fr-FR" sz="3500" b="0" u="none" strike="noStrike">
              <a:solidFill>
                <a:schemeClr val="dk1"/>
              </a:solidFill>
              <a:effectLst/>
              <a:uFillTx/>
              <a:latin typeface="Arial"/>
            </a:endParaRPr>
          </a:p>
        </p:txBody>
      </p:sp>
      <p:sp>
        <p:nvSpPr>
          <p:cNvPr id="311" name="PlaceHolder 8"/>
          <p:cNvSpPr>
            <a:spLocks noGrp="1"/>
          </p:cNvSpPr>
          <p:nvPr>
            <p:ph type="title"/>
          </p:nvPr>
        </p:nvSpPr>
        <p:spPr>
          <a:xfrm>
            <a:off x="776520" y="3618000"/>
            <a:ext cx="2233080" cy="27396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312" name="PlaceHolder 9"/>
          <p:cNvSpPr>
            <a:spLocks noGrp="1"/>
          </p:cNvSpPr>
          <p:nvPr>
            <p:ph type="title"/>
          </p:nvPr>
        </p:nvSpPr>
        <p:spPr>
          <a:xfrm>
            <a:off x="776520" y="2980800"/>
            <a:ext cx="2233080" cy="48456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lgn="ctr">
              <a:lnSpc>
                <a:spcPct val="100000"/>
              </a:lnSpc>
              <a:buNone/>
            </a:pPr>
            <a:r>
              <a:rPr lang="fr-FR" sz="3500" b="1" u="none" strike="noStrike">
                <a:solidFill>
                  <a:schemeClr val="accent2"/>
                </a:solidFill>
                <a:effectLst/>
                <a:uFillTx/>
                <a:latin typeface="Exo"/>
                <a:ea typeface="Exo"/>
              </a:rPr>
              <a:t>xx%</a:t>
            </a:r>
            <a:endParaRPr lang="fr-FR" sz="3500" b="0" u="none" strike="noStrike">
              <a:solidFill>
                <a:schemeClr val="dk1"/>
              </a:solidFill>
              <a:effectLst/>
              <a:uFillTx/>
              <a:latin typeface="Arial"/>
            </a:endParaRPr>
          </a:p>
        </p:txBody>
      </p:sp>
      <p:sp>
        <p:nvSpPr>
          <p:cNvPr id="313" name="PlaceHolder 10"/>
          <p:cNvSpPr>
            <a:spLocks noGrp="1"/>
          </p:cNvSpPr>
          <p:nvPr>
            <p:ph type="title"/>
          </p:nvPr>
        </p:nvSpPr>
        <p:spPr>
          <a:xfrm>
            <a:off x="3471120" y="3618000"/>
            <a:ext cx="2201400" cy="27396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314" name="PlaceHolder 11"/>
          <p:cNvSpPr>
            <a:spLocks noGrp="1"/>
          </p:cNvSpPr>
          <p:nvPr>
            <p:ph type="title"/>
          </p:nvPr>
        </p:nvSpPr>
        <p:spPr>
          <a:xfrm>
            <a:off x="3471120" y="2980800"/>
            <a:ext cx="2201400" cy="48456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lgn="ctr">
              <a:lnSpc>
                <a:spcPct val="100000"/>
              </a:lnSpc>
              <a:buNone/>
            </a:pPr>
            <a:r>
              <a:rPr lang="fr-FR" sz="3500" b="1" u="none" strike="noStrike">
                <a:solidFill>
                  <a:schemeClr val="accent2"/>
                </a:solidFill>
                <a:effectLst/>
                <a:uFillTx/>
                <a:latin typeface="Exo"/>
                <a:ea typeface="Exo"/>
              </a:rPr>
              <a:t>xx%</a:t>
            </a:r>
            <a:endParaRPr lang="fr-FR" sz="3500" b="0" u="none" strike="noStrike">
              <a:solidFill>
                <a:schemeClr val="dk1"/>
              </a:solidFill>
              <a:effectLst/>
              <a:uFillTx/>
              <a:latin typeface="Arial"/>
            </a:endParaRPr>
          </a:p>
        </p:txBody>
      </p:sp>
      <p:sp>
        <p:nvSpPr>
          <p:cNvPr id="315" name="PlaceHolder 12"/>
          <p:cNvSpPr>
            <a:spLocks noGrp="1"/>
          </p:cNvSpPr>
          <p:nvPr>
            <p:ph type="title"/>
          </p:nvPr>
        </p:nvSpPr>
        <p:spPr>
          <a:xfrm>
            <a:off x="6149880" y="3618000"/>
            <a:ext cx="2201400" cy="27396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316" name="PlaceHolder 13"/>
          <p:cNvSpPr>
            <a:spLocks noGrp="1"/>
          </p:cNvSpPr>
          <p:nvPr>
            <p:ph type="title"/>
          </p:nvPr>
        </p:nvSpPr>
        <p:spPr>
          <a:xfrm>
            <a:off x="6149880" y="2980800"/>
            <a:ext cx="2201400" cy="48456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lgn="ctr">
              <a:lnSpc>
                <a:spcPct val="100000"/>
              </a:lnSpc>
              <a:buNone/>
            </a:pPr>
            <a:r>
              <a:rPr lang="fr-FR" sz="3500" b="1" u="none" strike="noStrike">
                <a:solidFill>
                  <a:schemeClr val="accent2"/>
                </a:solidFill>
                <a:effectLst/>
                <a:uFillTx/>
                <a:latin typeface="Exo"/>
                <a:ea typeface="Exo"/>
              </a:rPr>
              <a:t>xx%</a:t>
            </a:r>
            <a:endParaRPr lang="fr-FR" sz="3500" b="0" u="none" strike="noStrike">
              <a:solidFill>
                <a:schemeClr val="dk1"/>
              </a:solidFill>
              <a:effectLst/>
              <a:uFillTx/>
              <a:latin typeface="Arial"/>
            </a:endParaRPr>
          </a:p>
        </p:txBody>
      </p:sp>
      <p:grpSp>
        <p:nvGrpSpPr>
          <p:cNvPr id="317" name="Google Shape;989;p13"/>
          <p:cNvGrpSpPr/>
          <p:nvPr/>
        </p:nvGrpSpPr>
        <p:grpSpPr>
          <a:xfrm>
            <a:off x="8154720" y="4796280"/>
            <a:ext cx="552600" cy="98640"/>
            <a:chOff x="8154720" y="4796280"/>
            <a:chExt cx="552600" cy="98640"/>
          </a:xfrm>
        </p:grpSpPr>
        <p:sp>
          <p:nvSpPr>
            <p:cNvPr id="318" name="Google Shape;990;p13"/>
            <p:cNvSpPr/>
            <p:nvPr/>
          </p:nvSpPr>
          <p:spPr>
            <a:xfrm rot="5400000">
              <a:off x="8608680" y="479628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991;p13"/>
            <p:cNvSpPr/>
            <p:nvPr/>
          </p:nvSpPr>
          <p:spPr>
            <a:xfrm rot="5400000">
              <a:off x="8635320" y="48232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0" name="Google Shape;992;p13"/>
            <p:cNvSpPr/>
            <p:nvPr/>
          </p:nvSpPr>
          <p:spPr>
            <a:xfrm rot="5400000">
              <a:off x="8154720" y="47995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1" name="Google Shape;993;p13"/>
            <p:cNvSpPr/>
            <p:nvPr/>
          </p:nvSpPr>
          <p:spPr>
            <a:xfrm rot="5400000">
              <a:off x="8178840" y="482328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2" name="Google Shape;994;p13"/>
            <p:cNvSpPr/>
            <p:nvPr/>
          </p:nvSpPr>
          <p:spPr>
            <a:xfrm rot="5400000">
              <a:off x="8430840" y="466056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23" name="Google Shape;995;p13"/>
          <p:cNvSpPr/>
          <p:nvPr/>
        </p:nvSpPr>
        <p:spPr>
          <a:xfrm>
            <a:off x="0" y="216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24" name="Google Shape;996;p13"/>
          <p:cNvGrpSpPr/>
          <p:nvPr/>
        </p:nvGrpSpPr>
        <p:grpSpPr>
          <a:xfrm>
            <a:off x="172440" y="2520"/>
            <a:ext cx="241560" cy="882720"/>
            <a:chOff x="172440" y="2520"/>
            <a:chExt cx="241560" cy="882720"/>
          </a:xfrm>
        </p:grpSpPr>
        <p:sp>
          <p:nvSpPr>
            <p:cNvPr id="325" name="Google Shape;997;p13"/>
            <p:cNvSpPr/>
            <p:nvPr/>
          </p:nvSpPr>
          <p:spPr>
            <a:xfrm rot="16200000">
              <a:off x="217080" y="68832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6" name="Google Shape;998;p13"/>
            <p:cNvSpPr/>
            <p:nvPr/>
          </p:nvSpPr>
          <p:spPr>
            <a:xfrm rot="16200000">
              <a:off x="217800" y="5418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7" name="Google Shape;999;p13"/>
            <p:cNvSpPr/>
            <p:nvPr/>
          </p:nvSpPr>
          <p:spPr>
            <a:xfrm rot="16200000">
              <a:off x="217800" y="3956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8" name="Google Shape;1000;p13"/>
            <p:cNvSpPr/>
            <p:nvPr/>
          </p:nvSpPr>
          <p:spPr>
            <a:xfrm rot="16200000">
              <a:off x="217800" y="2491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9" name="Google Shape;1001;p13"/>
            <p:cNvSpPr/>
            <p:nvPr/>
          </p:nvSpPr>
          <p:spPr>
            <a:xfrm rot="16200000">
              <a:off x="217800" y="1029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0" name="Google Shape;1002;p13"/>
            <p:cNvSpPr/>
            <p:nvPr/>
          </p:nvSpPr>
          <p:spPr>
            <a:xfrm rot="16200000">
              <a:off x="217800" y="-428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31" name="Google Shape;1003;p13"/>
          <p:cNvSpPr/>
          <p:nvPr/>
        </p:nvSpPr>
        <p:spPr>
          <a:xfrm rot="5400000" flipH="1">
            <a:off x="8215560" y="-33480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32" name="Google Shape;1004;p13"/>
          <p:cNvGrpSpPr/>
          <p:nvPr/>
        </p:nvGrpSpPr>
        <p:grpSpPr>
          <a:xfrm>
            <a:off x="-255960" y="4796280"/>
            <a:ext cx="1105560" cy="133560"/>
            <a:chOff x="-255960" y="4796280"/>
            <a:chExt cx="1105560" cy="133560"/>
          </a:xfrm>
        </p:grpSpPr>
        <p:grpSp>
          <p:nvGrpSpPr>
            <p:cNvPr id="333" name="Google Shape;1005;p13"/>
            <p:cNvGrpSpPr/>
            <p:nvPr/>
          </p:nvGrpSpPr>
          <p:grpSpPr>
            <a:xfrm>
              <a:off x="-255960" y="4879080"/>
              <a:ext cx="883080" cy="50760"/>
              <a:chOff x="-255960" y="4879080"/>
              <a:chExt cx="883080" cy="50760"/>
            </a:xfrm>
          </p:grpSpPr>
          <p:sp>
            <p:nvSpPr>
              <p:cNvPr id="334" name="Google Shape;1006;p13"/>
              <p:cNvSpPr/>
              <p:nvPr/>
            </p:nvSpPr>
            <p:spPr>
              <a:xfrm>
                <a:off x="-255960" y="4879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5" name="Google Shape;1007;p13"/>
              <p:cNvSpPr/>
              <p:nvPr/>
            </p:nvSpPr>
            <p:spPr>
              <a:xfrm>
                <a:off x="-163440" y="4879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6" name="Google Shape;1008;p13"/>
              <p:cNvSpPr/>
              <p:nvPr/>
            </p:nvSpPr>
            <p:spPr>
              <a:xfrm>
                <a:off x="-70920" y="4879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7" name="Google Shape;1009;p13"/>
              <p:cNvSpPr/>
              <p:nvPr/>
            </p:nvSpPr>
            <p:spPr>
              <a:xfrm>
                <a:off x="21240" y="4879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8" name="Google Shape;1010;p13"/>
              <p:cNvSpPr/>
              <p:nvPr/>
            </p:nvSpPr>
            <p:spPr>
              <a:xfrm>
                <a:off x="113760" y="4879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9" name="Google Shape;1011;p13"/>
              <p:cNvSpPr/>
              <p:nvPr/>
            </p:nvSpPr>
            <p:spPr>
              <a:xfrm>
                <a:off x="206280" y="4879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0" name="Google Shape;1012;p13"/>
              <p:cNvSpPr/>
              <p:nvPr/>
            </p:nvSpPr>
            <p:spPr>
              <a:xfrm>
                <a:off x="298800" y="4879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1" name="Google Shape;1013;p13"/>
              <p:cNvSpPr/>
              <p:nvPr/>
            </p:nvSpPr>
            <p:spPr>
              <a:xfrm>
                <a:off x="391320" y="4879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2" name="Google Shape;1014;p13"/>
              <p:cNvSpPr/>
              <p:nvPr/>
            </p:nvSpPr>
            <p:spPr>
              <a:xfrm>
                <a:off x="483840" y="4879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3" name="Google Shape;1015;p13"/>
              <p:cNvSpPr/>
              <p:nvPr/>
            </p:nvSpPr>
            <p:spPr>
              <a:xfrm>
                <a:off x="576360" y="4879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44" name="Google Shape;1016;p13"/>
            <p:cNvGrpSpPr/>
            <p:nvPr/>
          </p:nvGrpSpPr>
          <p:grpSpPr>
            <a:xfrm>
              <a:off x="-33480" y="4796280"/>
              <a:ext cx="883080" cy="50760"/>
              <a:chOff x="-33480" y="4796280"/>
              <a:chExt cx="883080" cy="50760"/>
            </a:xfrm>
          </p:grpSpPr>
          <p:sp>
            <p:nvSpPr>
              <p:cNvPr id="345" name="Google Shape;1017;p13"/>
              <p:cNvSpPr/>
              <p:nvPr/>
            </p:nvSpPr>
            <p:spPr>
              <a:xfrm>
                <a:off x="-33480" y="4796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6" name="Google Shape;1018;p13"/>
              <p:cNvSpPr/>
              <p:nvPr/>
            </p:nvSpPr>
            <p:spPr>
              <a:xfrm>
                <a:off x="59040" y="4796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7" name="Google Shape;1019;p13"/>
              <p:cNvSpPr/>
              <p:nvPr/>
            </p:nvSpPr>
            <p:spPr>
              <a:xfrm>
                <a:off x="151560" y="4796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8" name="Google Shape;1020;p13"/>
              <p:cNvSpPr/>
              <p:nvPr/>
            </p:nvSpPr>
            <p:spPr>
              <a:xfrm>
                <a:off x="244080" y="4796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9" name="Google Shape;1021;p13"/>
              <p:cNvSpPr/>
              <p:nvPr/>
            </p:nvSpPr>
            <p:spPr>
              <a:xfrm>
                <a:off x="336600" y="4796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0" name="Google Shape;1022;p13"/>
              <p:cNvSpPr/>
              <p:nvPr/>
            </p:nvSpPr>
            <p:spPr>
              <a:xfrm>
                <a:off x="429120" y="4796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1" name="Google Shape;1023;p13"/>
              <p:cNvSpPr/>
              <p:nvPr/>
            </p:nvSpPr>
            <p:spPr>
              <a:xfrm>
                <a:off x="521640" y="4796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2" name="Google Shape;1024;p13"/>
              <p:cNvSpPr/>
              <p:nvPr/>
            </p:nvSpPr>
            <p:spPr>
              <a:xfrm>
                <a:off x="613800" y="4796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3" name="Google Shape;1025;p13"/>
              <p:cNvSpPr/>
              <p:nvPr/>
            </p:nvSpPr>
            <p:spPr>
              <a:xfrm>
                <a:off x="706320" y="4796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4" name="Google Shape;1026;p13"/>
              <p:cNvSpPr/>
              <p:nvPr/>
            </p:nvSpPr>
            <p:spPr>
              <a:xfrm>
                <a:off x="798840" y="4796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55" name="Google Shape;1027;p13"/>
          <p:cNvGrpSpPr/>
          <p:nvPr/>
        </p:nvGrpSpPr>
        <p:grpSpPr>
          <a:xfrm>
            <a:off x="8290080" y="239760"/>
            <a:ext cx="1105560" cy="133920"/>
            <a:chOff x="8290080" y="239760"/>
            <a:chExt cx="1105560" cy="133920"/>
          </a:xfrm>
        </p:grpSpPr>
        <p:grpSp>
          <p:nvGrpSpPr>
            <p:cNvPr id="356" name="Google Shape;1028;p13"/>
            <p:cNvGrpSpPr/>
            <p:nvPr/>
          </p:nvGrpSpPr>
          <p:grpSpPr>
            <a:xfrm>
              <a:off x="8290080" y="322920"/>
              <a:ext cx="883080" cy="50760"/>
              <a:chOff x="8290080" y="322920"/>
              <a:chExt cx="883080" cy="50760"/>
            </a:xfrm>
          </p:grpSpPr>
          <p:sp>
            <p:nvSpPr>
              <p:cNvPr id="357" name="Google Shape;1029;p13"/>
              <p:cNvSpPr/>
              <p:nvPr/>
            </p:nvSpPr>
            <p:spPr>
              <a:xfrm>
                <a:off x="8290080" y="322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8" name="Google Shape;1030;p13"/>
              <p:cNvSpPr/>
              <p:nvPr/>
            </p:nvSpPr>
            <p:spPr>
              <a:xfrm>
                <a:off x="8382600" y="322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9" name="Google Shape;1031;p13"/>
              <p:cNvSpPr/>
              <p:nvPr/>
            </p:nvSpPr>
            <p:spPr>
              <a:xfrm>
                <a:off x="8475120" y="322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0" name="Google Shape;1032;p13"/>
              <p:cNvSpPr/>
              <p:nvPr/>
            </p:nvSpPr>
            <p:spPr>
              <a:xfrm>
                <a:off x="8567640" y="322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1033;p13"/>
              <p:cNvSpPr/>
              <p:nvPr/>
            </p:nvSpPr>
            <p:spPr>
              <a:xfrm>
                <a:off x="8659800" y="322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2" name="Google Shape;1034;p13"/>
              <p:cNvSpPr/>
              <p:nvPr/>
            </p:nvSpPr>
            <p:spPr>
              <a:xfrm>
                <a:off x="8752320" y="322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3" name="Google Shape;1035;p13"/>
              <p:cNvSpPr/>
              <p:nvPr/>
            </p:nvSpPr>
            <p:spPr>
              <a:xfrm>
                <a:off x="8844840" y="322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4" name="Google Shape;1036;p13"/>
              <p:cNvSpPr/>
              <p:nvPr/>
            </p:nvSpPr>
            <p:spPr>
              <a:xfrm>
                <a:off x="8937360" y="322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5" name="Google Shape;1037;p13"/>
              <p:cNvSpPr/>
              <p:nvPr/>
            </p:nvSpPr>
            <p:spPr>
              <a:xfrm>
                <a:off x="9029880" y="322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6" name="Google Shape;1038;p13"/>
              <p:cNvSpPr/>
              <p:nvPr/>
            </p:nvSpPr>
            <p:spPr>
              <a:xfrm>
                <a:off x="9122400" y="322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67" name="Google Shape;1039;p13"/>
            <p:cNvGrpSpPr/>
            <p:nvPr/>
          </p:nvGrpSpPr>
          <p:grpSpPr>
            <a:xfrm>
              <a:off x="8512920" y="239760"/>
              <a:ext cx="882720" cy="50760"/>
              <a:chOff x="8512920" y="239760"/>
              <a:chExt cx="882720" cy="50760"/>
            </a:xfrm>
          </p:grpSpPr>
          <p:sp>
            <p:nvSpPr>
              <p:cNvPr id="368" name="Google Shape;1040;p13"/>
              <p:cNvSpPr/>
              <p:nvPr/>
            </p:nvSpPr>
            <p:spPr>
              <a:xfrm>
                <a:off x="8512920" y="239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9" name="Google Shape;1041;p13"/>
              <p:cNvSpPr/>
              <p:nvPr/>
            </p:nvSpPr>
            <p:spPr>
              <a:xfrm>
                <a:off x="8605080" y="239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0" name="Google Shape;1042;p13"/>
              <p:cNvSpPr/>
              <p:nvPr/>
            </p:nvSpPr>
            <p:spPr>
              <a:xfrm>
                <a:off x="8697600" y="239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1" name="Google Shape;1043;p13"/>
              <p:cNvSpPr/>
              <p:nvPr/>
            </p:nvSpPr>
            <p:spPr>
              <a:xfrm>
                <a:off x="8790120" y="239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2" name="Google Shape;1044;p13"/>
              <p:cNvSpPr/>
              <p:nvPr/>
            </p:nvSpPr>
            <p:spPr>
              <a:xfrm>
                <a:off x="8882640" y="239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3" name="Google Shape;1045;p13"/>
              <p:cNvSpPr/>
              <p:nvPr/>
            </p:nvSpPr>
            <p:spPr>
              <a:xfrm>
                <a:off x="8975160" y="239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4" name="Google Shape;1046;p13"/>
              <p:cNvSpPr/>
              <p:nvPr/>
            </p:nvSpPr>
            <p:spPr>
              <a:xfrm>
                <a:off x="9067680" y="239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5" name="Google Shape;1047;p13"/>
              <p:cNvSpPr/>
              <p:nvPr/>
            </p:nvSpPr>
            <p:spPr>
              <a:xfrm>
                <a:off x="9160200" y="239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6" name="Google Shape;1048;p13"/>
              <p:cNvSpPr/>
              <p:nvPr/>
            </p:nvSpPr>
            <p:spPr>
              <a:xfrm>
                <a:off x="9252360" y="239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7" name="Google Shape;1049;p13"/>
              <p:cNvSpPr/>
              <p:nvPr/>
            </p:nvSpPr>
            <p:spPr>
              <a:xfrm>
                <a:off x="9344880" y="239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78" name="Google Shape;1050;p13"/>
          <p:cNvGrpSpPr/>
          <p:nvPr/>
        </p:nvGrpSpPr>
        <p:grpSpPr>
          <a:xfrm>
            <a:off x="8749800" y="2571120"/>
            <a:ext cx="241560" cy="882720"/>
            <a:chOff x="8749800" y="2571120"/>
            <a:chExt cx="241560" cy="882720"/>
          </a:xfrm>
        </p:grpSpPr>
        <p:sp>
          <p:nvSpPr>
            <p:cNvPr id="379" name="Google Shape;1051;p13"/>
            <p:cNvSpPr/>
            <p:nvPr/>
          </p:nvSpPr>
          <p:spPr>
            <a:xfrm rot="5400000">
              <a:off x="8794440" y="252612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0" name="Google Shape;1052;p13"/>
            <p:cNvSpPr/>
            <p:nvPr/>
          </p:nvSpPr>
          <p:spPr>
            <a:xfrm rot="5400000">
              <a:off x="8795160" y="26726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1" name="Google Shape;1053;p13"/>
            <p:cNvSpPr/>
            <p:nvPr/>
          </p:nvSpPr>
          <p:spPr>
            <a:xfrm rot="5400000">
              <a:off x="8795160" y="28188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2" name="Google Shape;1054;p13"/>
            <p:cNvSpPr/>
            <p:nvPr/>
          </p:nvSpPr>
          <p:spPr>
            <a:xfrm rot="5400000">
              <a:off x="8795160" y="29653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3" name="Google Shape;1055;p13"/>
            <p:cNvSpPr/>
            <p:nvPr/>
          </p:nvSpPr>
          <p:spPr>
            <a:xfrm rot="5400000">
              <a:off x="8795160" y="31114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4" name="Google Shape;1056;p13"/>
            <p:cNvSpPr/>
            <p:nvPr/>
          </p:nvSpPr>
          <p:spPr>
            <a:xfrm rot="5400000">
              <a:off x="8795160" y="32576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85" name="Google Shape;1057;p13"/>
          <p:cNvGrpSpPr/>
          <p:nvPr/>
        </p:nvGrpSpPr>
        <p:grpSpPr>
          <a:xfrm>
            <a:off x="1634040" y="-108000"/>
            <a:ext cx="1520640" cy="301680"/>
            <a:chOff x="1634040" y="-108000"/>
            <a:chExt cx="1520640" cy="301680"/>
          </a:xfrm>
        </p:grpSpPr>
        <p:sp>
          <p:nvSpPr>
            <p:cNvPr id="386" name="Google Shape;1058;p13"/>
            <p:cNvSpPr/>
            <p:nvPr/>
          </p:nvSpPr>
          <p:spPr>
            <a:xfrm>
              <a:off x="1727640" y="-615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7" name="Google Shape;1059;p13"/>
            <p:cNvSpPr/>
            <p:nvPr/>
          </p:nvSpPr>
          <p:spPr>
            <a:xfrm>
              <a:off x="3063240" y="102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8" name="Google Shape;1060;p13"/>
            <p:cNvSpPr/>
            <p:nvPr/>
          </p:nvSpPr>
          <p:spPr>
            <a:xfrm>
              <a:off x="3087000" y="1267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9" name="Google Shape;1061;p13"/>
            <p:cNvSpPr/>
            <p:nvPr/>
          </p:nvSpPr>
          <p:spPr>
            <a:xfrm>
              <a:off x="1634040" y="-10800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0" name="Google Shape;1062;p13"/>
            <p:cNvSpPr/>
            <p:nvPr/>
          </p:nvSpPr>
          <p:spPr>
            <a:xfrm>
              <a:off x="1658160" y="-831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3">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391" name="Google Shape;1064;p14"/>
          <p:cNvGrpSpPr/>
          <p:nvPr/>
        </p:nvGrpSpPr>
        <p:grpSpPr>
          <a:xfrm>
            <a:off x="0" y="0"/>
            <a:ext cx="9143280" cy="5142960"/>
            <a:chOff x="0" y="0"/>
            <a:chExt cx="9143280" cy="5142960"/>
          </a:xfrm>
        </p:grpSpPr>
        <p:sp>
          <p:nvSpPr>
            <p:cNvPr id="392" name="Google Shape;1065;p14"/>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3" name="Google Shape;1066;p14"/>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4" name="Google Shape;1067;p14"/>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5" name="Google Shape;1068;p14"/>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6" name="Google Shape;1069;p14"/>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7" name="Google Shape;1070;p14"/>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8" name="Google Shape;1071;p14"/>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9" name="Google Shape;1072;p14"/>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0" name="Google Shape;1073;p14"/>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1" name="Google Shape;1074;p14"/>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2" name="Google Shape;1075;p14"/>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3" name="Google Shape;1076;p14"/>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4" name="Google Shape;1077;p14"/>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5" name="Google Shape;1078;p14"/>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6" name="Google Shape;1079;p14"/>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7" name="Google Shape;1080;p14"/>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8" name="Google Shape;1081;p14"/>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9" name="Google Shape;1082;p14"/>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0" name="Google Shape;1083;p14"/>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1" name="Google Shape;1084;p14"/>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2" name="Google Shape;1085;p14"/>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3" name="Google Shape;1086;p14"/>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4" name="Google Shape;1087;p14"/>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5" name="Google Shape;1088;p14"/>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6" name="Google Shape;1089;p14"/>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7" name="Google Shape;1090;p14"/>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8" name="Google Shape;1091;p14"/>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9" name="Google Shape;1092;p14"/>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0" name="Google Shape;1093;p14"/>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1" name="Google Shape;1094;p14"/>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2" name="Google Shape;1095;p14"/>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3" name="Google Shape;1096;p14"/>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4" name="Google Shape;1097;p14"/>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5" name="Google Shape;1098;p14"/>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6" name="Google Shape;1099;p14"/>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7" name="Google Shape;1100;p14"/>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8" name="Google Shape;1101;p14"/>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9" name="Google Shape;1102;p14"/>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30" name="PlaceHolder 1"/>
          <p:cNvSpPr>
            <a:spLocks noGrp="1"/>
          </p:cNvSpPr>
          <p:nvPr>
            <p:ph type="title"/>
          </p:nvPr>
        </p:nvSpPr>
        <p:spPr>
          <a:xfrm>
            <a:off x="1857960" y="3253680"/>
            <a:ext cx="5428440" cy="43416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
        <p:nvSpPr>
          <p:cNvPr id="431" name="Google Shape;1105;p14"/>
          <p:cNvSpPr/>
          <p:nvPr/>
        </p:nvSpPr>
        <p:spPr>
          <a:xfrm rot="16200000" flipH="1">
            <a:off x="348480" y="420804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32" name="Google Shape;1106;p14"/>
          <p:cNvGrpSpPr/>
          <p:nvPr/>
        </p:nvGrpSpPr>
        <p:grpSpPr>
          <a:xfrm>
            <a:off x="6870600" y="-732240"/>
            <a:ext cx="296280" cy="1822680"/>
            <a:chOff x="6870600" y="-732240"/>
            <a:chExt cx="296280" cy="1822680"/>
          </a:xfrm>
        </p:grpSpPr>
        <p:sp>
          <p:nvSpPr>
            <p:cNvPr id="433" name="Google Shape;1107;p14"/>
            <p:cNvSpPr/>
            <p:nvPr/>
          </p:nvSpPr>
          <p:spPr>
            <a:xfrm rot="16200000">
              <a:off x="6229800" y="54360"/>
              <a:ext cx="1723680" cy="150120"/>
            </a:xfrm>
            <a:custGeom>
              <a:avLst/>
              <a:gdLst>
                <a:gd name="textAreaLeft" fmla="*/ 0 w 1723680"/>
                <a:gd name="textAreaRight" fmla="*/ 172404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4" name="Google Shape;1108;p14"/>
            <p:cNvSpPr/>
            <p:nvPr/>
          </p:nvSpPr>
          <p:spPr>
            <a:xfrm rot="16200000">
              <a:off x="6870600" y="4028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5" name="Google Shape;1109;p14"/>
            <p:cNvSpPr/>
            <p:nvPr/>
          </p:nvSpPr>
          <p:spPr>
            <a:xfrm rot="16200000">
              <a:off x="6895080" y="42696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4">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6" name="Google Shape;1110;p14"/>
            <p:cNvSpPr/>
            <p:nvPr/>
          </p:nvSpPr>
          <p:spPr>
            <a:xfrm rot="16200000">
              <a:off x="6970320" y="9990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7" name="Google Shape;1111;p14"/>
            <p:cNvSpPr/>
            <p:nvPr/>
          </p:nvSpPr>
          <p:spPr>
            <a:xfrm rot="16200000">
              <a:off x="6994800" y="10231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8" name="Google Shape;1112;p14"/>
            <p:cNvSpPr/>
            <p:nvPr/>
          </p:nvSpPr>
          <p:spPr>
            <a:xfrm rot="16200000">
              <a:off x="6437160" y="-252360"/>
              <a:ext cx="1134360" cy="174960"/>
            </a:xfrm>
            <a:custGeom>
              <a:avLst/>
              <a:gdLst>
                <a:gd name="textAreaLeft" fmla="*/ 0 w 1134360"/>
                <a:gd name="textAreaRight" fmla="*/ 1134720 w 1134360"/>
                <a:gd name="textAreaTop" fmla="*/ 0 h 174960"/>
                <a:gd name="textAreaBottom" fmla="*/ 175320 h 174960"/>
              </a:gdLst>
              <a:ahLst/>
              <a:cxnLst/>
              <a:rect l="textAreaLeft" t="textAreaTop" r="textAreaRight" b="textAreaBottom"/>
              <a:pathLst>
                <a:path w="36417" h="5628" fill="none">
                  <a:moveTo>
                    <a:pt x="0" y="0"/>
                  </a:moveTo>
                  <a:lnTo>
                    <a:pt x="6049" y="0"/>
                  </a:lnTo>
                  <a:lnTo>
                    <a:pt x="8379" y="2330"/>
                  </a:lnTo>
                  <a:lnTo>
                    <a:pt x="11676" y="5627"/>
                  </a:lnTo>
                  <a:lnTo>
                    <a:pt x="36416" y="5627"/>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39" name="Google Shape;1113;p14"/>
          <p:cNvSpPr/>
          <p:nvPr/>
        </p:nvSpPr>
        <p:spPr>
          <a:xfrm flipH="1">
            <a:off x="8088840" y="2145240"/>
            <a:ext cx="1994400" cy="67680"/>
          </a:xfrm>
          <a:prstGeom prst="roundRect">
            <a:avLst>
              <a:gd name="adj" fmla="val 50000"/>
            </a:avLst>
          </a:prstGeom>
          <a:gradFill rotWithShape="0">
            <a:gsLst>
              <a:gs pos="0">
                <a:srgbClr val="151B46"/>
              </a:gs>
              <a:gs pos="100000">
                <a:srgbClr val="8FFFFF"/>
              </a:gs>
            </a:gsLst>
            <a:lin ang="8100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40" name="Google Shape;1114;p14"/>
          <p:cNvGrpSpPr/>
          <p:nvPr/>
        </p:nvGrpSpPr>
        <p:grpSpPr>
          <a:xfrm>
            <a:off x="8658720" y="2958840"/>
            <a:ext cx="1822680" cy="196200"/>
            <a:chOff x="8658720" y="2958840"/>
            <a:chExt cx="1822680" cy="196200"/>
          </a:xfrm>
        </p:grpSpPr>
        <p:sp>
          <p:nvSpPr>
            <p:cNvPr id="441" name="Google Shape;1115;p14"/>
            <p:cNvSpPr/>
            <p:nvPr/>
          </p:nvSpPr>
          <p:spPr>
            <a:xfrm>
              <a:off x="8757720" y="3004920"/>
              <a:ext cx="1723680" cy="150120"/>
            </a:xfrm>
            <a:custGeom>
              <a:avLst/>
              <a:gdLst>
                <a:gd name="textAreaLeft" fmla="*/ 0 w 1723680"/>
                <a:gd name="textAreaRight" fmla="*/ 172404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2" name="Google Shape;1116;p14"/>
            <p:cNvSpPr/>
            <p:nvPr/>
          </p:nvSpPr>
          <p:spPr>
            <a:xfrm>
              <a:off x="8658720" y="29588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3" name="Google Shape;1117;p14"/>
            <p:cNvSpPr/>
            <p:nvPr/>
          </p:nvSpPr>
          <p:spPr>
            <a:xfrm>
              <a:off x="8683560" y="29833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44" name="Google Shape;1118;p14"/>
          <p:cNvSpPr/>
          <p:nvPr/>
        </p:nvSpPr>
        <p:spPr>
          <a:xfrm rot="5400000">
            <a:off x="8206560" y="-34884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5" name="Google Shape;1119;p14"/>
          <p:cNvSpPr/>
          <p:nvPr/>
        </p:nvSpPr>
        <p:spPr>
          <a:xfrm>
            <a:off x="16920" y="864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46" name="Google Shape;1120;p14"/>
          <p:cNvGrpSpPr/>
          <p:nvPr/>
        </p:nvGrpSpPr>
        <p:grpSpPr>
          <a:xfrm>
            <a:off x="-270720" y="314280"/>
            <a:ext cx="1520280" cy="301680"/>
            <a:chOff x="-270720" y="314280"/>
            <a:chExt cx="1520280" cy="301680"/>
          </a:xfrm>
        </p:grpSpPr>
        <p:sp>
          <p:nvSpPr>
            <p:cNvPr id="447" name="Google Shape;1121;p14"/>
            <p:cNvSpPr/>
            <p:nvPr/>
          </p:nvSpPr>
          <p:spPr>
            <a:xfrm rot="16200000">
              <a:off x="384120" y="-202680"/>
              <a:ext cx="209160" cy="1335240"/>
            </a:xfrm>
            <a:custGeom>
              <a:avLst/>
              <a:gdLst>
                <a:gd name="textAreaLeft" fmla="*/ 0 w 209160"/>
                <a:gd name="textAreaRight" fmla="*/ 209520 w 209160"/>
                <a:gd name="textAreaTop" fmla="*/ 0 h 1335240"/>
                <a:gd name="textAreaBottom" fmla="*/ 1335600 h 1335240"/>
              </a:gdLst>
              <a:ahLst/>
              <a:cxnLst/>
              <a:rect l="textAreaLeft" t="textAreaTop" r="textAreaRight" b="textAreaBottom"/>
              <a:pathLst>
                <a:path w="6719" h="42862" fill="none">
                  <a:moveTo>
                    <a:pt x="0" y="42862"/>
                  </a:moveTo>
                  <a:lnTo>
                    <a:pt x="0" y="23799"/>
                  </a:lnTo>
                  <a:lnTo>
                    <a:pt x="6718" y="17056"/>
                  </a:lnTo>
                  <a:lnTo>
                    <a:pt x="6718"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8" name="Google Shape;1122;p14"/>
            <p:cNvSpPr/>
            <p:nvPr/>
          </p:nvSpPr>
          <p:spPr>
            <a:xfrm rot="16200000">
              <a:off x="-270720" y="31428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9" name="Google Shape;1123;p14"/>
            <p:cNvSpPr/>
            <p:nvPr/>
          </p:nvSpPr>
          <p:spPr>
            <a:xfrm rot="16200000">
              <a:off x="-246960" y="33912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0" name="Google Shape;1124;p14"/>
            <p:cNvSpPr/>
            <p:nvPr/>
          </p:nvSpPr>
          <p:spPr>
            <a:xfrm rot="16200000">
              <a:off x="1158120" y="5245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1" name="Google Shape;1125;p14"/>
            <p:cNvSpPr/>
            <p:nvPr/>
          </p:nvSpPr>
          <p:spPr>
            <a:xfrm rot="16200000">
              <a:off x="1182600" y="5486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52" name="Google Shape;1126;p14"/>
          <p:cNvGrpSpPr/>
          <p:nvPr/>
        </p:nvGrpSpPr>
        <p:grpSpPr>
          <a:xfrm>
            <a:off x="4296600" y="4950360"/>
            <a:ext cx="1520280" cy="301680"/>
            <a:chOff x="4296600" y="4950360"/>
            <a:chExt cx="1520280" cy="301680"/>
          </a:xfrm>
        </p:grpSpPr>
        <p:sp>
          <p:nvSpPr>
            <p:cNvPr id="453" name="Google Shape;1127;p14"/>
            <p:cNvSpPr/>
            <p:nvPr/>
          </p:nvSpPr>
          <p:spPr>
            <a:xfrm>
              <a:off x="4389840" y="499680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4" name="Google Shape;1128;p14"/>
            <p:cNvSpPr/>
            <p:nvPr/>
          </p:nvSpPr>
          <p:spPr>
            <a:xfrm>
              <a:off x="5725440" y="51606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5" name="Google Shape;1129;p14"/>
            <p:cNvSpPr/>
            <p:nvPr/>
          </p:nvSpPr>
          <p:spPr>
            <a:xfrm>
              <a:off x="5749560" y="518508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6" name="Google Shape;1130;p14"/>
            <p:cNvSpPr/>
            <p:nvPr/>
          </p:nvSpPr>
          <p:spPr>
            <a:xfrm>
              <a:off x="4296600" y="495036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7" name="Google Shape;1131;p14"/>
            <p:cNvSpPr/>
            <p:nvPr/>
          </p:nvSpPr>
          <p:spPr>
            <a:xfrm>
              <a:off x="4320360" y="49752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58" name="Google Shape;1132;p14"/>
          <p:cNvGrpSpPr/>
          <p:nvPr/>
        </p:nvGrpSpPr>
        <p:grpSpPr>
          <a:xfrm>
            <a:off x="6524280" y="4402080"/>
            <a:ext cx="552600" cy="98640"/>
            <a:chOff x="6524280" y="4402080"/>
            <a:chExt cx="552600" cy="98640"/>
          </a:xfrm>
        </p:grpSpPr>
        <p:sp>
          <p:nvSpPr>
            <p:cNvPr id="459" name="Google Shape;1133;p14"/>
            <p:cNvSpPr/>
            <p:nvPr/>
          </p:nvSpPr>
          <p:spPr>
            <a:xfrm rot="5400000">
              <a:off x="6978240" y="440208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0" name="Google Shape;1134;p14"/>
            <p:cNvSpPr/>
            <p:nvPr/>
          </p:nvSpPr>
          <p:spPr>
            <a:xfrm rot="5400000">
              <a:off x="7004880" y="44290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1" name="Google Shape;1135;p14"/>
            <p:cNvSpPr/>
            <p:nvPr/>
          </p:nvSpPr>
          <p:spPr>
            <a:xfrm rot="5400000">
              <a:off x="6524280" y="44053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2" name="Google Shape;1136;p14"/>
            <p:cNvSpPr/>
            <p:nvPr/>
          </p:nvSpPr>
          <p:spPr>
            <a:xfrm rot="5400000">
              <a:off x="6548040" y="44294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3" name="Google Shape;1137;p14"/>
            <p:cNvSpPr/>
            <p:nvPr/>
          </p:nvSpPr>
          <p:spPr>
            <a:xfrm rot="5400000">
              <a:off x="6800400" y="426672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64" name="Google Shape;1138;p14"/>
          <p:cNvGrpSpPr/>
          <p:nvPr/>
        </p:nvGrpSpPr>
        <p:grpSpPr>
          <a:xfrm>
            <a:off x="-1414440" y="3744360"/>
            <a:ext cx="2297520" cy="347040"/>
            <a:chOff x="-1414440" y="3744360"/>
            <a:chExt cx="2297520" cy="347040"/>
          </a:xfrm>
        </p:grpSpPr>
        <p:sp>
          <p:nvSpPr>
            <p:cNvPr id="465" name="Google Shape;1139;p14"/>
            <p:cNvSpPr/>
            <p:nvPr/>
          </p:nvSpPr>
          <p:spPr>
            <a:xfrm>
              <a:off x="-1414440" y="402372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6" name="Google Shape;1140;p14"/>
            <p:cNvSpPr/>
            <p:nvPr/>
          </p:nvSpPr>
          <p:spPr>
            <a:xfrm>
              <a:off x="-1111320" y="374436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67" name="Google Shape;1141;p14"/>
          <p:cNvGrpSpPr/>
          <p:nvPr/>
        </p:nvGrpSpPr>
        <p:grpSpPr>
          <a:xfrm>
            <a:off x="-154800" y="2431440"/>
            <a:ext cx="882720" cy="241560"/>
            <a:chOff x="-154800" y="2431440"/>
            <a:chExt cx="882720" cy="241560"/>
          </a:xfrm>
        </p:grpSpPr>
        <p:sp>
          <p:nvSpPr>
            <p:cNvPr id="468" name="Google Shape;1142;p14"/>
            <p:cNvSpPr/>
            <p:nvPr/>
          </p:nvSpPr>
          <p:spPr>
            <a:xfrm rot="10800000">
              <a:off x="576000" y="243144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9" name="Google Shape;1143;p14"/>
            <p:cNvSpPr/>
            <p:nvPr/>
          </p:nvSpPr>
          <p:spPr>
            <a:xfrm rot="10800000">
              <a:off x="430200" y="2431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0" name="Google Shape;1144;p14"/>
            <p:cNvSpPr/>
            <p:nvPr/>
          </p:nvSpPr>
          <p:spPr>
            <a:xfrm rot="10800000">
              <a:off x="284040" y="2431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1" name="Google Shape;1145;p14"/>
            <p:cNvSpPr/>
            <p:nvPr/>
          </p:nvSpPr>
          <p:spPr>
            <a:xfrm rot="10800000">
              <a:off x="137520" y="2431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2" name="Google Shape;1146;p14"/>
            <p:cNvSpPr/>
            <p:nvPr/>
          </p:nvSpPr>
          <p:spPr>
            <a:xfrm rot="10800000">
              <a:off x="-8280" y="2431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3" name="Google Shape;1147;p14"/>
            <p:cNvSpPr/>
            <p:nvPr/>
          </p:nvSpPr>
          <p:spPr>
            <a:xfrm rot="10800000">
              <a:off x="-154440" y="2431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4">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474" name="Google Shape;1149;p15"/>
          <p:cNvGrpSpPr/>
          <p:nvPr/>
        </p:nvGrpSpPr>
        <p:grpSpPr>
          <a:xfrm>
            <a:off x="0" y="0"/>
            <a:ext cx="9143280" cy="5142960"/>
            <a:chOff x="0" y="0"/>
            <a:chExt cx="9143280" cy="5142960"/>
          </a:xfrm>
        </p:grpSpPr>
        <p:sp>
          <p:nvSpPr>
            <p:cNvPr id="475" name="Google Shape;1150;p15"/>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6" name="Google Shape;1151;p15"/>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7" name="Google Shape;1152;p15"/>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8" name="Google Shape;1153;p15"/>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9" name="Google Shape;1154;p15"/>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0" name="Google Shape;1155;p15"/>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1" name="Google Shape;1156;p15"/>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2" name="Google Shape;1157;p15"/>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3" name="Google Shape;1158;p15"/>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4" name="Google Shape;1159;p15"/>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5" name="Google Shape;1160;p15"/>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6" name="Google Shape;1161;p15"/>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7" name="Google Shape;1162;p15"/>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8" name="Google Shape;1163;p15"/>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9" name="Google Shape;1164;p15"/>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0" name="Google Shape;1165;p15"/>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1" name="Google Shape;1166;p15"/>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2" name="Google Shape;1167;p15"/>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3" name="Google Shape;1168;p15"/>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4" name="Google Shape;1169;p15"/>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5" name="Google Shape;1170;p15"/>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6" name="Google Shape;1171;p15"/>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7" name="Google Shape;1172;p15"/>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8" name="Google Shape;1173;p15"/>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9" name="Google Shape;1174;p15"/>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0" name="Google Shape;1175;p15"/>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1" name="Google Shape;1176;p15"/>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2" name="Google Shape;1177;p15"/>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3" name="Google Shape;1178;p15"/>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4" name="Google Shape;1179;p15"/>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5" name="Google Shape;1180;p15"/>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6" name="Google Shape;1181;p15"/>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7" name="Google Shape;1182;p15"/>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8" name="Google Shape;1183;p15"/>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9" name="Google Shape;1184;p15"/>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0" name="Google Shape;1185;p15"/>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1" name="Google Shape;1186;p15"/>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2" name="Google Shape;1187;p15"/>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13" name="PlaceHolder 1"/>
          <p:cNvSpPr>
            <a:spLocks noGrp="1"/>
          </p:cNvSpPr>
          <p:nvPr>
            <p:ph type="title"/>
          </p:nvPr>
        </p:nvSpPr>
        <p:spPr>
          <a:xfrm>
            <a:off x="864360" y="2215440"/>
            <a:ext cx="6771960" cy="813240"/>
          </a:xfrm>
          <a:prstGeom prst="rect">
            <a:avLst/>
          </a:prstGeom>
          <a:noFill/>
          <a:ln w="0">
            <a:noFill/>
          </a:ln>
          <a:effectLst>
            <a:outerShdw blurRad="142920" rotWithShape="0">
              <a:srgbClr val="8FFFFF">
                <a:alpha val="40000"/>
              </a:srgbClr>
            </a:outerShdw>
          </a:effectLst>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
        <p:nvSpPr>
          <p:cNvPr id="514" name="PlaceHolder 2"/>
          <p:cNvSpPr>
            <a:spLocks noGrp="1"/>
          </p:cNvSpPr>
          <p:nvPr>
            <p:ph type="title"/>
          </p:nvPr>
        </p:nvSpPr>
        <p:spPr>
          <a:xfrm>
            <a:off x="864360" y="910800"/>
            <a:ext cx="2130120" cy="1304280"/>
          </a:xfrm>
          <a:prstGeom prst="rect">
            <a:avLst/>
          </a:prstGeom>
          <a:noFill/>
          <a:ln w="0">
            <a:noFill/>
          </a:ln>
          <a:effectLst>
            <a:outerShdw blurRad="57240" rotWithShape="0">
              <a:srgbClr val="8FFFFF"/>
            </a:outerShdw>
          </a:effectLst>
        </p:spPr>
        <p:txBody>
          <a:bodyPr lIns="91440" tIns="91440" rIns="91440" bIns="91440" anchor="ctr">
            <a:noAutofit/>
          </a:bodyPr>
          <a:lstStyle/>
          <a:p>
            <a:pPr indent="0">
              <a:lnSpc>
                <a:spcPct val="100000"/>
              </a:lnSpc>
              <a:buNone/>
            </a:pPr>
            <a:r>
              <a:rPr lang="fr-FR" sz="8000" b="1" u="none" strike="noStrike">
                <a:solidFill>
                  <a:schemeClr val="accent2"/>
                </a:solidFill>
                <a:effectLst/>
                <a:uFillTx/>
                <a:latin typeface="Exo"/>
                <a:ea typeface="Exo"/>
              </a:rPr>
              <a:t>xx%</a:t>
            </a:r>
            <a:endParaRPr lang="fr-FR" sz="8000" b="0" u="none" strike="noStrike">
              <a:solidFill>
                <a:schemeClr val="dk1"/>
              </a:solidFill>
              <a:effectLst/>
              <a:uFillTx/>
              <a:latin typeface="Arial"/>
            </a:endParaRPr>
          </a:p>
        </p:txBody>
      </p:sp>
      <p:grpSp>
        <p:nvGrpSpPr>
          <p:cNvPr id="515" name="Google Shape;1191;p15"/>
          <p:cNvGrpSpPr/>
          <p:nvPr/>
        </p:nvGrpSpPr>
        <p:grpSpPr>
          <a:xfrm>
            <a:off x="-259200" y="1848240"/>
            <a:ext cx="552600" cy="98640"/>
            <a:chOff x="-259200" y="1848240"/>
            <a:chExt cx="552600" cy="98640"/>
          </a:xfrm>
        </p:grpSpPr>
        <p:sp>
          <p:nvSpPr>
            <p:cNvPr id="516" name="Google Shape;1192;p15"/>
            <p:cNvSpPr/>
            <p:nvPr/>
          </p:nvSpPr>
          <p:spPr>
            <a:xfrm rot="5400000">
              <a:off x="194760" y="184824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7" name="Google Shape;1193;p15"/>
            <p:cNvSpPr/>
            <p:nvPr/>
          </p:nvSpPr>
          <p:spPr>
            <a:xfrm rot="5400000">
              <a:off x="221400" y="18748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8" name="Google Shape;1194;p15"/>
            <p:cNvSpPr/>
            <p:nvPr/>
          </p:nvSpPr>
          <p:spPr>
            <a:xfrm rot="5400000">
              <a:off x="-259200" y="18511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9" name="Google Shape;1195;p15"/>
            <p:cNvSpPr/>
            <p:nvPr/>
          </p:nvSpPr>
          <p:spPr>
            <a:xfrm rot="5400000">
              <a:off x="-235440" y="18752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0" name="Google Shape;1196;p15"/>
            <p:cNvSpPr/>
            <p:nvPr/>
          </p:nvSpPr>
          <p:spPr>
            <a:xfrm rot="5400000">
              <a:off x="16560" y="171252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21" name="Google Shape;1197;p15"/>
          <p:cNvSpPr/>
          <p:nvPr/>
        </p:nvSpPr>
        <p:spPr>
          <a:xfrm rot="16200000">
            <a:off x="348840" y="390636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2" name="Google Shape;1198;p15"/>
          <p:cNvSpPr/>
          <p:nvPr/>
        </p:nvSpPr>
        <p:spPr>
          <a:xfrm rot="5400000">
            <a:off x="-561960" y="-33948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3" name="Google Shape;1199;p15"/>
          <p:cNvSpPr/>
          <p:nvPr/>
        </p:nvSpPr>
        <p:spPr>
          <a:xfrm rot="5400000">
            <a:off x="-282600" y="-3636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4" name="Google Shape;1200;p15"/>
          <p:cNvSpPr/>
          <p:nvPr/>
        </p:nvSpPr>
        <p:spPr>
          <a:xfrm rot="10800000" flipH="1">
            <a:off x="2891880" y="4842720"/>
            <a:ext cx="1994400" cy="67680"/>
          </a:xfrm>
          <a:prstGeom prst="roundRect">
            <a:avLst>
              <a:gd name="adj" fmla="val 50000"/>
            </a:avLst>
          </a:prstGeom>
          <a:gradFill rotWithShape="0">
            <a:gsLst>
              <a:gs pos="0">
                <a:srgbClr val="151B46"/>
              </a:gs>
              <a:gs pos="100000">
                <a:srgbClr val="8FFFFF"/>
              </a:gs>
            </a:gsLst>
            <a:lin ang="18900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5" name="Google Shape;1201;p15"/>
          <p:cNvSpPr/>
          <p:nvPr/>
        </p:nvSpPr>
        <p:spPr>
          <a:xfrm>
            <a:off x="8535600" y="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26" name="Google Shape;1202;p15"/>
          <p:cNvGrpSpPr/>
          <p:nvPr/>
        </p:nvGrpSpPr>
        <p:grpSpPr>
          <a:xfrm>
            <a:off x="7898040" y="350640"/>
            <a:ext cx="1520280" cy="301680"/>
            <a:chOff x="7898040" y="350640"/>
            <a:chExt cx="1520280" cy="301680"/>
          </a:xfrm>
        </p:grpSpPr>
        <p:sp>
          <p:nvSpPr>
            <p:cNvPr id="527" name="Google Shape;1203;p15"/>
            <p:cNvSpPr/>
            <p:nvPr/>
          </p:nvSpPr>
          <p:spPr>
            <a:xfrm flipH="1">
              <a:off x="7989120" y="397080"/>
              <a:ext cx="1335240" cy="209160"/>
            </a:xfrm>
            <a:custGeom>
              <a:avLst/>
              <a:gdLst>
                <a:gd name="textAreaLeft" fmla="*/ -360 w 1335240"/>
                <a:gd name="textAreaRight" fmla="*/ 133524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8" name="Google Shape;1204;p15"/>
            <p:cNvSpPr/>
            <p:nvPr/>
          </p:nvSpPr>
          <p:spPr>
            <a:xfrm flipH="1">
              <a:off x="7898040" y="56088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9" name="Google Shape;1205;p15"/>
            <p:cNvSpPr/>
            <p:nvPr/>
          </p:nvSpPr>
          <p:spPr>
            <a:xfrm flipH="1">
              <a:off x="7922160" y="58572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0" name="Google Shape;1206;p15"/>
            <p:cNvSpPr/>
            <p:nvPr/>
          </p:nvSpPr>
          <p:spPr>
            <a:xfrm flipH="1">
              <a:off x="9326880" y="350640"/>
              <a:ext cx="91440" cy="92520"/>
            </a:xfrm>
            <a:custGeom>
              <a:avLst/>
              <a:gdLst>
                <a:gd name="textAreaLeft" fmla="*/ 360 w 91440"/>
                <a:gd name="textAreaRight" fmla="*/ 9216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1" name="Google Shape;1207;p15"/>
            <p:cNvSpPr/>
            <p:nvPr/>
          </p:nvSpPr>
          <p:spPr>
            <a:xfrm flipH="1">
              <a:off x="9351000" y="375480"/>
              <a:ext cx="42840" cy="42840"/>
            </a:xfrm>
            <a:custGeom>
              <a:avLst/>
              <a:gdLst>
                <a:gd name="textAreaLeft" fmla="*/ -360 w 42840"/>
                <a:gd name="textAreaRight" fmla="*/ 4284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32" name="Google Shape;1208;p15"/>
          <p:cNvGrpSpPr/>
          <p:nvPr/>
        </p:nvGrpSpPr>
        <p:grpSpPr>
          <a:xfrm>
            <a:off x="-117000" y="2181240"/>
            <a:ext cx="552600" cy="98640"/>
            <a:chOff x="-117000" y="2181240"/>
            <a:chExt cx="552600" cy="98640"/>
          </a:xfrm>
        </p:grpSpPr>
        <p:sp>
          <p:nvSpPr>
            <p:cNvPr id="533" name="Google Shape;1209;p15"/>
            <p:cNvSpPr/>
            <p:nvPr/>
          </p:nvSpPr>
          <p:spPr>
            <a:xfrm rot="5400000">
              <a:off x="336960" y="218124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4" name="Google Shape;1210;p15"/>
            <p:cNvSpPr/>
            <p:nvPr/>
          </p:nvSpPr>
          <p:spPr>
            <a:xfrm rot="5400000">
              <a:off x="363600" y="22078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5" name="Google Shape;1211;p15"/>
            <p:cNvSpPr/>
            <p:nvPr/>
          </p:nvSpPr>
          <p:spPr>
            <a:xfrm rot="5400000">
              <a:off x="-117000" y="21841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6" name="Google Shape;1212;p15"/>
            <p:cNvSpPr/>
            <p:nvPr/>
          </p:nvSpPr>
          <p:spPr>
            <a:xfrm rot="5400000">
              <a:off x="-93240" y="22082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7" name="Google Shape;1213;p15"/>
            <p:cNvSpPr/>
            <p:nvPr/>
          </p:nvSpPr>
          <p:spPr>
            <a:xfrm rot="5400000">
              <a:off x="159120" y="204552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8" name="Google Shape;1214;p15"/>
          <p:cNvGrpSpPr/>
          <p:nvPr/>
        </p:nvGrpSpPr>
        <p:grpSpPr>
          <a:xfrm>
            <a:off x="4682160" y="-108000"/>
            <a:ext cx="1520640" cy="301680"/>
            <a:chOff x="4682160" y="-108000"/>
            <a:chExt cx="1520640" cy="301680"/>
          </a:xfrm>
        </p:grpSpPr>
        <p:sp>
          <p:nvSpPr>
            <p:cNvPr id="539" name="Google Shape;1215;p15"/>
            <p:cNvSpPr/>
            <p:nvPr/>
          </p:nvSpPr>
          <p:spPr>
            <a:xfrm>
              <a:off x="4775760" y="-615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0" name="Google Shape;1216;p15"/>
            <p:cNvSpPr/>
            <p:nvPr/>
          </p:nvSpPr>
          <p:spPr>
            <a:xfrm>
              <a:off x="6111360" y="102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1" name="Google Shape;1217;p15"/>
            <p:cNvSpPr/>
            <p:nvPr/>
          </p:nvSpPr>
          <p:spPr>
            <a:xfrm>
              <a:off x="6135120" y="1267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2" name="Google Shape;1218;p15"/>
            <p:cNvSpPr/>
            <p:nvPr/>
          </p:nvSpPr>
          <p:spPr>
            <a:xfrm>
              <a:off x="4682160" y="-10800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3" name="Google Shape;1219;p15"/>
            <p:cNvSpPr/>
            <p:nvPr/>
          </p:nvSpPr>
          <p:spPr>
            <a:xfrm>
              <a:off x="4705920" y="-831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44" name="Google Shape;1220;p15"/>
          <p:cNvGrpSpPr/>
          <p:nvPr/>
        </p:nvGrpSpPr>
        <p:grpSpPr>
          <a:xfrm>
            <a:off x="7881840" y="4336560"/>
            <a:ext cx="2297520" cy="347040"/>
            <a:chOff x="7881840" y="4336560"/>
            <a:chExt cx="2297520" cy="347040"/>
          </a:xfrm>
        </p:grpSpPr>
        <p:sp>
          <p:nvSpPr>
            <p:cNvPr id="545" name="Google Shape;1221;p15"/>
            <p:cNvSpPr/>
            <p:nvPr/>
          </p:nvSpPr>
          <p:spPr>
            <a:xfrm flipH="1">
              <a:off x="8184960" y="4615920"/>
              <a:ext cx="1994400" cy="67680"/>
            </a:xfrm>
            <a:prstGeom prst="roundRect">
              <a:avLst>
                <a:gd name="adj" fmla="val 50000"/>
              </a:avLst>
            </a:prstGeom>
            <a:gradFill rotWithShape="0">
              <a:gsLst>
                <a:gs pos="0">
                  <a:srgbClr val="151B46"/>
                </a:gs>
                <a:gs pos="100000">
                  <a:srgbClr val="8FFFFF"/>
                </a:gs>
              </a:gsLst>
              <a:lin ang="8100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6" name="Google Shape;1222;p15"/>
            <p:cNvSpPr/>
            <p:nvPr/>
          </p:nvSpPr>
          <p:spPr>
            <a:xfrm flipH="1">
              <a:off x="7881840" y="4336560"/>
              <a:ext cx="1994400" cy="67680"/>
            </a:xfrm>
            <a:prstGeom prst="roundRect">
              <a:avLst>
                <a:gd name="adj" fmla="val 50000"/>
              </a:avLst>
            </a:prstGeom>
            <a:gradFill rotWithShape="0">
              <a:gsLst>
                <a:gs pos="0">
                  <a:srgbClr val="151B46"/>
                </a:gs>
                <a:gs pos="100000">
                  <a:srgbClr val="8FFFFF"/>
                </a:gs>
              </a:gsLst>
              <a:lin ang="8100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8">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547" name="Google Shape;1224;p16"/>
          <p:cNvGrpSpPr/>
          <p:nvPr/>
        </p:nvGrpSpPr>
        <p:grpSpPr>
          <a:xfrm>
            <a:off x="0" y="0"/>
            <a:ext cx="9143280" cy="5142960"/>
            <a:chOff x="0" y="0"/>
            <a:chExt cx="9143280" cy="5142960"/>
          </a:xfrm>
        </p:grpSpPr>
        <p:sp>
          <p:nvSpPr>
            <p:cNvPr id="548" name="Google Shape;1225;p16"/>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9" name="Google Shape;1226;p16"/>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0" name="Google Shape;1227;p16"/>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1" name="Google Shape;1228;p16"/>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2" name="Google Shape;1229;p16"/>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3" name="Google Shape;1230;p16"/>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4" name="Google Shape;1231;p16"/>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5" name="Google Shape;1232;p16"/>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6" name="Google Shape;1233;p16"/>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7" name="Google Shape;1234;p16"/>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8" name="Google Shape;1235;p16"/>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9" name="Google Shape;1236;p16"/>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0" name="Google Shape;1237;p16"/>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1" name="Google Shape;1238;p16"/>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2" name="Google Shape;1239;p16"/>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3" name="Google Shape;1240;p16"/>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4" name="Google Shape;1241;p16"/>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5" name="Google Shape;1242;p16"/>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6" name="Google Shape;1243;p16"/>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7" name="Google Shape;1244;p16"/>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8" name="Google Shape;1245;p16"/>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9" name="Google Shape;1246;p16"/>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0" name="Google Shape;1247;p16"/>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1" name="Google Shape;1248;p16"/>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2" name="Google Shape;1249;p16"/>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3" name="Google Shape;1250;p16"/>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4" name="Google Shape;1251;p16"/>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5" name="Google Shape;1252;p16"/>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6" name="Google Shape;1253;p16"/>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7" name="Google Shape;1254;p16"/>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8" name="Google Shape;1255;p16"/>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9" name="Google Shape;1256;p16"/>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0" name="Google Shape;1257;p16"/>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1" name="Google Shape;1258;p16"/>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2" name="Google Shape;1259;p16"/>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3" name="Google Shape;1260;p16"/>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4" name="Google Shape;1261;p16"/>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5" name="Google Shape;1262;p16"/>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86" name="PlaceHolder 1"/>
          <p:cNvSpPr>
            <a:spLocks noGrp="1"/>
          </p:cNvSpPr>
          <p:nvPr>
            <p:ph type="title"/>
          </p:nvPr>
        </p:nvSpPr>
        <p:spPr>
          <a:xfrm>
            <a:off x="713160" y="2310120"/>
            <a:ext cx="7583040" cy="84132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buNone/>
            </a:pPr>
            <a:r>
              <a:rPr lang="fr-FR" sz="3500" b="0" u="none" strike="noStrike">
                <a:solidFill>
                  <a:schemeClr val="dk1"/>
                </a:solidFill>
                <a:effectLst/>
                <a:uFillTx/>
                <a:latin typeface="Arial"/>
              </a:rPr>
              <a:t>Click to edit the title text format</a:t>
            </a:r>
          </a:p>
        </p:txBody>
      </p:sp>
      <p:sp>
        <p:nvSpPr>
          <p:cNvPr id="587" name="PlaceHolder 2"/>
          <p:cNvSpPr>
            <a:spLocks noGrp="1"/>
          </p:cNvSpPr>
          <p:nvPr>
            <p:ph type="title"/>
          </p:nvPr>
        </p:nvSpPr>
        <p:spPr>
          <a:xfrm>
            <a:off x="5960880" y="1332720"/>
            <a:ext cx="2335320" cy="920520"/>
          </a:xfrm>
          <a:prstGeom prst="rect">
            <a:avLst/>
          </a:prstGeom>
          <a:noFill/>
          <a:ln w="0">
            <a:noFill/>
          </a:ln>
          <a:effectLst>
            <a:outerShdw blurRad="57240" rotWithShape="0">
              <a:srgbClr val="8FFFFF"/>
            </a:outerShdw>
          </a:effectLst>
        </p:spPr>
        <p:txBody>
          <a:bodyPr lIns="91440" tIns="91440" rIns="91440" bIns="91440" anchor="ctr">
            <a:noAutofit/>
          </a:bodyPr>
          <a:lstStyle/>
          <a:p>
            <a:pPr indent="0" algn="r">
              <a:lnSpc>
                <a:spcPct val="100000"/>
              </a:lnSpc>
              <a:buNone/>
            </a:pPr>
            <a:r>
              <a:rPr lang="fr-FR" sz="8000" b="1" u="none" strike="noStrike">
                <a:solidFill>
                  <a:schemeClr val="accent2"/>
                </a:solidFill>
                <a:effectLst/>
                <a:uFillTx/>
                <a:latin typeface="Exo"/>
                <a:ea typeface="Exo"/>
              </a:rPr>
              <a:t>xx%</a:t>
            </a:r>
            <a:endParaRPr lang="fr-FR" sz="8000" b="0" u="none" strike="noStrike">
              <a:solidFill>
                <a:schemeClr val="dk1"/>
              </a:solidFill>
              <a:effectLst/>
              <a:uFillTx/>
              <a:latin typeface="Arial"/>
            </a:endParaRPr>
          </a:p>
        </p:txBody>
      </p:sp>
      <p:sp>
        <p:nvSpPr>
          <p:cNvPr id="588" name="Google Shape;1266;p16"/>
          <p:cNvSpPr/>
          <p:nvPr/>
        </p:nvSpPr>
        <p:spPr>
          <a:xfrm rot="5400000">
            <a:off x="8206560" y="418716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9" name="Google Shape;1267;p16"/>
          <p:cNvSpPr/>
          <p:nvPr/>
        </p:nvSpPr>
        <p:spPr>
          <a:xfrm rot="16200000">
            <a:off x="348840" y="41076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90" name="Google Shape;1268;p16"/>
          <p:cNvGrpSpPr/>
          <p:nvPr/>
        </p:nvGrpSpPr>
        <p:grpSpPr>
          <a:xfrm>
            <a:off x="360" y="932040"/>
            <a:ext cx="882720" cy="241560"/>
            <a:chOff x="360" y="932040"/>
            <a:chExt cx="882720" cy="241560"/>
          </a:xfrm>
        </p:grpSpPr>
        <p:sp>
          <p:nvSpPr>
            <p:cNvPr id="591" name="Google Shape;1269;p16"/>
            <p:cNvSpPr/>
            <p:nvPr/>
          </p:nvSpPr>
          <p:spPr>
            <a:xfrm rot="10800000">
              <a:off x="731160" y="93204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2" name="Google Shape;1270;p16"/>
            <p:cNvSpPr/>
            <p:nvPr/>
          </p:nvSpPr>
          <p:spPr>
            <a:xfrm rot="10800000">
              <a:off x="585360" y="9320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3" name="Google Shape;1271;p16"/>
            <p:cNvSpPr/>
            <p:nvPr/>
          </p:nvSpPr>
          <p:spPr>
            <a:xfrm rot="10800000">
              <a:off x="439200" y="9320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4" name="Google Shape;1272;p16"/>
            <p:cNvSpPr/>
            <p:nvPr/>
          </p:nvSpPr>
          <p:spPr>
            <a:xfrm rot="10800000">
              <a:off x="293040" y="9320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5" name="Google Shape;1273;p16"/>
            <p:cNvSpPr/>
            <p:nvPr/>
          </p:nvSpPr>
          <p:spPr>
            <a:xfrm rot="10800000">
              <a:off x="146880" y="9320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6" name="Google Shape;1274;p16"/>
            <p:cNvSpPr/>
            <p:nvPr/>
          </p:nvSpPr>
          <p:spPr>
            <a:xfrm rot="10800000">
              <a:off x="360" y="9320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97" name="Google Shape;1275;p16"/>
          <p:cNvGrpSpPr/>
          <p:nvPr/>
        </p:nvGrpSpPr>
        <p:grpSpPr>
          <a:xfrm>
            <a:off x="-141480" y="2076840"/>
            <a:ext cx="552600" cy="98640"/>
            <a:chOff x="-141480" y="2076840"/>
            <a:chExt cx="552600" cy="98640"/>
          </a:xfrm>
        </p:grpSpPr>
        <p:sp>
          <p:nvSpPr>
            <p:cNvPr id="598" name="Google Shape;1276;p16"/>
            <p:cNvSpPr/>
            <p:nvPr/>
          </p:nvSpPr>
          <p:spPr>
            <a:xfrm rot="5400000">
              <a:off x="312480" y="207684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9" name="Google Shape;1277;p16"/>
            <p:cNvSpPr/>
            <p:nvPr/>
          </p:nvSpPr>
          <p:spPr>
            <a:xfrm rot="5400000">
              <a:off x="339120" y="21034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0" name="Google Shape;1278;p16"/>
            <p:cNvSpPr/>
            <p:nvPr/>
          </p:nvSpPr>
          <p:spPr>
            <a:xfrm rot="5400000">
              <a:off x="-141480" y="20797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1" name="Google Shape;1279;p16"/>
            <p:cNvSpPr/>
            <p:nvPr/>
          </p:nvSpPr>
          <p:spPr>
            <a:xfrm rot="5400000">
              <a:off x="-117720" y="21038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2" name="Google Shape;1280;p16"/>
            <p:cNvSpPr/>
            <p:nvPr/>
          </p:nvSpPr>
          <p:spPr>
            <a:xfrm rot="5400000">
              <a:off x="134640" y="194112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03" name="Google Shape;1281;p16"/>
          <p:cNvGrpSpPr/>
          <p:nvPr/>
        </p:nvGrpSpPr>
        <p:grpSpPr>
          <a:xfrm>
            <a:off x="-1414440" y="3058560"/>
            <a:ext cx="2297520" cy="347040"/>
            <a:chOff x="-1414440" y="3058560"/>
            <a:chExt cx="2297520" cy="347040"/>
          </a:xfrm>
        </p:grpSpPr>
        <p:sp>
          <p:nvSpPr>
            <p:cNvPr id="604" name="Google Shape;1282;p16"/>
            <p:cNvSpPr/>
            <p:nvPr/>
          </p:nvSpPr>
          <p:spPr>
            <a:xfrm>
              <a:off x="-1414440" y="333792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5" name="Google Shape;1283;p16"/>
            <p:cNvSpPr/>
            <p:nvPr/>
          </p:nvSpPr>
          <p:spPr>
            <a:xfrm>
              <a:off x="-1111320" y="305856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06" name="Google Shape;1284;p16"/>
          <p:cNvSpPr/>
          <p:nvPr/>
        </p:nvSpPr>
        <p:spPr>
          <a:xfrm rot="10800000">
            <a:off x="568440" y="385920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07" name="Google Shape;1285;p16"/>
          <p:cNvGrpSpPr/>
          <p:nvPr/>
        </p:nvGrpSpPr>
        <p:grpSpPr>
          <a:xfrm>
            <a:off x="8690760" y="3390480"/>
            <a:ext cx="296280" cy="1822680"/>
            <a:chOff x="8690760" y="3390480"/>
            <a:chExt cx="296280" cy="1822680"/>
          </a:xfrm>
        </p:grpSpPr>
        <p:sp>
          <p:nvSpPr>
            <p:cNvPr id="608" name="Google Shape;1286;p16"/>
            <p:cNvSpPr/>
            <p:nvPr/>
          </p:nvSpPr>
          <p:spPr>
            <a:xfrm rot="5400000">
              <a:off x="7903800" y="4276080"/>
              <a:ext cx="1723680" cy="150120"/>
            </a:xfrm>
            <a:custGeom>
              <a:avLst/>
              <a:gdLst>
                <a:gd name="textAreaLeft" fmla="*/ 0 w 1723680"/>
                <a:gd name="textAreaRight" fmla="*/ 172404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9" name="Google Shape;1287;p16"/>
            <p:cNvSpPr/>
            <p:nvPr/>
          </p:nvSpPr>
          <p:spPr>
            <a:xfrm rot="5400000">
              <a:off x="8895600" y="39866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0" name="Google Shape;1288;p16"/>
            <p:cNvSpPr/>
            <p:nvPr/>
          </p:nvSpPr>
          <p:spPr>
            <a:xfrm rot="5400000">
              <a:off x="8919720" y="40118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4">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1" name="Google Shape;1289;p16"/>
            <p:cNvSpPr/>
            <p:nvPr/>
          </p:nvSpPr>
          <p:spPr>
            <a:xfrm rot="5400000">
              <a:off x="8795880" y="339048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2" name="Google Shape;1290;p16"/>
            <p:cNvSpPr/>
            <p:nvPr/>
          </p:nvSpPr>
          <p:spPr>
            <a:xfrm rot="5400000">
              <a:off x="8820360" y="341568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3" name="Google Shape;1291;p16"/>
            <p:cNvSpPr/>
            <p:nvPr/>
          </p:nvSpPr>
          <p:spPr>
            <a:xfrm rot="5400000">
              <a:off x="8285760" y="4558320"/>
              <a:ext cx="1134360" cy="174960"/>
            </a:xfrm>
            <a:custGeom>
              <a:avLst/>
              <a:gdLst>
                <a:gd name="textAreaLeft" fmla="*/ 0 w 1134360"/>
                <a:gd name="textAreaRight" fmla="*/ 1134720 w 1134360"/>
                <a:gd name="textAreaTop" fmla="*/ 0 h 174960"/>
                <a:gd name="textAreaBottom" fmla="*/ 175320 h 174960"/>
              </a:gdLst>
              <a:ahLst/>
              <a:cxnLst/>
              <a:rect l="textAreaLeft" t="textAreaTop" r="textAreaRight" b="textAreaBottom"/>
              <a:pathLst>
                <a:path w="36417" h="5628" fill="none">
                  <a:moveTo>
                    <a:pt x="0" y="0"/>
                  </a:moveTo>
                  <a:lnTo>
                    <a:pt x="6049" y="0"/>
                  </a:lnTo>
                  <a:lnTo>
                    <a:pt x="8379" y="2330"/>
                  </a:lnTo>
                  <a:lnTo>
                    <a:pt x="11676" y="5627"/>
                  </a:lnTo>
                  <a:lnTo>
                    <a:pt x="36416" y="5627"/>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14" name="Google Shape;1292;p16"/>
          <p:cNvGrpSpPr/>
          <p:nvPr/>
        </p:nvGrpSpPr>
        <p:grpSpPr>
          <a:xfrm>
            <a:off x="2611440" y="-1455120"/>
            <a:ext cx="346680" cy="2297160"/>
            <a:chOff x="2611440" y="-1455120"/>
            <a:chExt cx="346680" cy="2297160"/>
          </a:xfrm>
        </p:grpSpPr>
        <p:sp>
          <p:nvSpPr>
            <p:cNvPr id="615" name="Google Shape;1293;p16"/>
            <p:cNvSpPr/>
            <p:nvPr/>
          </p:nvSpPr>
          <p:spPr>
            <a:xfrm rot="5400000">
              <a:off x="1648080" y="-49176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6" name="Google Shape;1294;p16"/>
            <p:cNvSpPr/>
            <p:nvPr/>
          </p:nvSpPr>
          <p:spPr>
            <a:xfrm rot="5400000">
              <a:off x="1927080" y="-18900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17" name="Google Shape;1295;p16"/>
          <p:cNvSpPr/>
          <p:nvPr/>
        </p:nvSpPr>
        <p:spPr>
          <a:xfrm rot="10800000" flipH="1">
            <a:off x="2358360" y="4766400"/>
            <a:ext cx="1994400" cy="67680"/>
          </a:xfrm>
          <a:prstGeom prst="roundRect">
            <a:avLst>
              <a:gd name="adj" fmla="val 50000"/>
            </a:avLst>
          </a:prstGeom>
          <a:gradFill rotWithShape="0">
            <a:gsLst>
              <a:gs pos="0">
                <a:srgbClr val="151B46"/>
              </a:gs>
              <a:gs pos="100000">
                <a:srgbClr val="8FFFFF"/>
              </a:gs>
            </a:gsLst>
            <a:lin ang="18900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8" name="Google Shape;1296;p16"/>
          <p:cNvSpPr/>
          <p:nvPr/>
        </p:nvSpPr>
        <p:spPr>
          <a:xfrm rot="5400000">
            <a:off x="8206560" y="-34884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19" name="Google Shape;1297;p16"/>
          <p:cNvGrpSpPr/>
          <p:nvPr/>
        </p:nvGrpSpPr>
        <p:grpSpPr>
          <a:xfrm>
            <a:off x="5373360" y="-113040"/>
            <a:ext cx="1520280" cy="301680"/>
            <a:chOff x="5373360" y="-113040"/>
            <a:chExt cx="1520280" cy="301680"/>
          </a:xfrm>
        </p:grpSpPr>
        <p:sp>
          <p:nvSpPr>
            <p:cNvPr id="620" name="Google Shape;1298;p16"/>
            <p:cNvSpPr/>
            <p:nvPr/>
          </p:nvSpPr>
          <p:spPr>
            <a:xfrm>
              <a:off x="5466600" y="-6660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1" name="Google Shape;1299;p16"/>
            <p:cNvSpPr/>
            <p:nvPr/>
          </p:nvSpPr>
          <p:spPr>
            <a:xfrm>
              <a:off x="6802200" y="972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2" name="Google Shape;1300;p16"/>
            <p:cNvSpPr/>
            <p:nvPr/>
          </p:nvSpPr>
          <p:spPr>
            <a:xfrm>
              <a:off x="6826320" y="1220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3" name="Google Shape;1301;p16"/>
            <p:cNvSpPr/>
            <p:nvPr/>
          </p:nvSpPr>
          <p:spPr>
            <a:xfrm>
              <a:off x="5373360" y="-11304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4" name="Google Shape;1302;p16"/>
            <p:cNvSpPr/>
            <p:nvPr/>
          </p:nvSpPr>
          <p:spPr>
            <a:xfrm>
              <a:off x="5397120" y="-882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25"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_9">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626" name="Google Shape;1304;p17"/>
          <p:cNvGrpSpPr/>
          <p:nvPr/>
        </p:nvGrpSpPr>
        <p:grpSpPr>
          <a:xfrm>
            <a:off x="0" y="0"/>
            <a:ext cx="9143280" cy="5142960"/>
            <a:chOff x="0" y="0"/>
            <a:chExt cx="9143280" cy="5142960"/>
          </a:xfrm>
        </p:grpSpPr>
        <p:sp>
          <p:nvSpPr>
            <p:cNvPr id="627" name="Google Shape;1305;p17"/>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8" name="Google Shape;1306;p17"/>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9" name="Google Shape;1307;p17"/>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0" name="Google Shape;1308;p17"/>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1" name="Google Shape;1309;p17"/>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2" name="Google Shape;1310;p17"/>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3" name="Google Shape;1311;p17"/>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4" name="Google Shape;1312;p17"/>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5" name="Google Shape;1313;p17"/>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6" name="Google Shape;1314;p17"/>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7" name="Google Shape;1315;p17"/>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8" name="Google Shape;1316;p17"/>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9" name="Google Shape;1317;p17"/>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0" name="Google Shape;1318;p17"/>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1" name="Google Shape;1319;p17"/>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2" name="Google Shape;1320;p17"/>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3" name="Google Shape;1321;p17"/>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4" name="Google Shape;1322;p17"/>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5" name="Google Shape;1323;p17"/>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6" name="Google Shape;1324;p17"/>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7" name="Google Shape;1325;p17"/>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8" name="Google Shape;1326;p17"/>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9" name="Google Shape;1327;p17"/>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0" name="Google Shape;1328;p17"/>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1" name="Google Shape;1329;p17"/>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2" name="Google Shape;1330;p17"/>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3" name="Google Shape;1331;p17"/>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4" name="Google Shape;1332;p17"/>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5" name="Google Shape;1333;p17"/>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6" name="Google Shape;1334;p17"/>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7" name="Google Shape;1335;p17"/>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8" name="Google Shape;1336;p17"/>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9" name="Google Shape;1337;p17"/>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0" name="Google Shape;1338;p17"/>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1" name="Google Shape;1339;p17"/>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2" name="Google Shape;1340;p17"/>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3" name="Google Shape;1341;p17"/>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4" name="Google Shape;1342;p17"/>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65" name="PlaceHolder 1"/>
          <p:cNvSpPr>
            <a:spLocks noGrp="1"/>
          </p:cNvSpPr>
          <p:nvPr>
            <p:ph type="title"/>
          </p:nvPr>
        </p:nvSpPr>
        <p:spPr>
          <a:xfrm>
            <a:off x="713160" y="1088640"/>
            <a:ext cx="4401360" cy="1198440"/>
          </a:xfrm>
          <a:prstGeom prst="rect">
            <a:avLst/>
          </a:prstGeom>
          <a:noFill/>
          <a:ln w="0">
            <a:noFill/>
          </a:ln>
          <a:effectLst>
            <a:outerShdw blurRad="157320" rotWithShape="0">
              <a:srgbClr val="8FFFFF">
                <a:alpha val="40000"/>
              </a:srgbClr>
            </a:outerShdw>
          </a:effectLst>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grpSp>
        <p:nvGrpSpPr>
          <p:cNvPr id="666" name="Google Shape;1345;p17"/>
          <p:cNvGrpSpPr/>
          <p:nvPr/>
        </p:nvGrpSpPr>
        <p:grpSpPr>
          <a:xfrm>
            <a:off x="8137440" y="-109440"/>
            <a:ext cx="586440" cy="1284120"/>
            <a:chOff x="8137440" y="-109440"/>
            <a:chExt cx="586440" cy="1284120"/>
          </a:xfrm>
        </p:grpSpPr>
        <p:sp>
          <p:nvSpPr>
            <p:cNvPr id="667" name="Google Shape;1346;p17"/>
            <p:cNvSpPr/>
            <p:nvPr/>
          </p:nvSpPr>
          <p:spPr>
            <a:xfrm>
              <a:off x="8137440" y="-10944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68" name="Google Shape;1347;p17"/>
            <p:cNvGrpSpPr/>
            <p:nvPr/>
          </p:nvGrpSpPr>
          <p:grpSpPr>
            <a:xfrm>
              <a:off x="8309880" y="-108720"/>
              <a:ext cx="241560" cy="882720"/>
              <a:chOff x="8309880" y="-108720"/>
              <a:chExt cx="241560" cy="882720"/>
            </a:xfrm>
          </p:grpSpPr>
          <p:sp>
            <p:nvSpPr>
              <p:cNvPr id="669" name="Google Shape;1348;p17"/>
              <p:cNvSpPr/>
              <p:nvPr/>
            </p:nvSpPr>
            <p:spPr>
              <a:xfrm rot="16200000">
                <a:off x="8354520" y="57708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0" name="Google Shape;1349;p17"/>
              <p:cNvSpPr/>
              <p:nvPr/>
            </p:nvSpPr>
            <p:spPr>
              <a:xfrm rot="16200000">
                <a:off x="8355240" y="4302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1" name="Google Shape;1350;p17"/>
              <p:cNvSpPr/>
              <p:nvPr/>
            </p:nvSpPr>
            <p:spPr>
              <a:xfrm rot="16200000">
                <a:off x="8355240" y="2840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2" name="Google Shape;1351;p17"/>
              <p:cNvSpPr/>
              <p:nvPr/>
            </p:nvSpPr>
            <p:spPr>
              <a:xfrm rot="16200000">
                <a:off x="8355240" y="1378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3" name="Google Shape;1352;p17"/>
              <p:cNvSpPr/>
              <p:nvPr/>
            </p:nvSpPr>
            <p:spPr>
              <a:xfrm rot="16200000">
                <a:off x="8355240" y="-79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4" name="Google Shape;1353;p17"/>
              <p:cNvSpPr/>
              <p:nvPr/>
            </p:nvSpPr>
            <p:spPr>
              <a:xfrm rot="16200000">
                <a:off x="8355240" y="-1540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75" name="Google Shape;1354;p17"/>
          <p:cNvGrpSpPr/>
          <p:nvPr/>
        </p:nvGrpSpPr>
        <p:grpSpPr>
          <a:xfrm>
            <a:off x="2517480" y="-116280"/>
            <a:ext cx="1520640" cy="301320"/>
            <a:chOff x="2517480" y="-116280"/>
            <a:chExt cx="1520640" cy="301320"/>
          </a:xfrm>
        </p:grpSpPr>
        <p:sp>
          <p:nvSpPr>
            <p:cNvPr id="676" name="Google Shape;1355;p17"/>
            <p:cNvSpPr/>
            <p:nvPr/>
          </p:nvSpPr>
          <p:spPr>
            <a:xfrm>
              <a:off x="2611080" y="-6984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7" name="Google Shape;1356;p17"/>
            <p:cNvSpPr/>
            <p:nvPr/>
          </p:nvSpPr>
          <p:spPr>
            <a:xfrm>
              <a:off x="3946680" y="936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8" name="Google Shape;1357;p17"/>
            <p:cNvSpPr/>
            <p:nvPr/>
          </p:nvSpPr>
          <p:spPr>
            <a:xfrm>
              <a:off x="3970440" y="1184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9" name="Google Shape;1358;p17"/>
            <p:cNvSpPr/>
            <p:nvPr/>
          </p:nvSpPr>
          <p:spPr>
            <a:xfrm>
              <a:off x="2517480" y="-11628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0" name="Google Shape;1359;p17"/>
            <p:cNvSpPr/>
            <p:nvPr/>
          </p:nvSpPr>
          <p:spPr>
            <a:xfrm>
              <a:off x="2541600" y="-918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81" name="Google Shape;1360;p17"/>
          <p:cNvSpPr/>
          <p:nvPr/>
        </p:nvSpPr>
        <p:spPr>
          <a:xfrm rot="16200000">
            <a:off x="341640" y="-34848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82" name="Google Shape;1361;p17"/>
          <p:cNvGrpSpPr/>
          <p:nvPr/>
        </p:nvGrpSpPr>
        <p:grpSpPr>
          <a:xfrm>
            <a:off x="4914000" y="675000"/>
            <a:ext cx="1252440" cy="50760"/>
            <a:chOff x="4914000" y="675000"/>
            <a:chExt cx="1252440" cy="50760"/>
          </a:xfrm>
        </p:grpSpPr>
        <p:sp>
          <p:nvSpPr>
            <p:cNvPr id="683" name="Google Shape;1362;p17"/>
            <p:cNvSpPr/>
            <p:nvPr/>
          </p:nvSpPr>
          <p:spPr>
            <a:xfrm>
              <a:off x="491400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4" name="Google Shape;1363;p17"/>
            <p:cNvSpPr/>
            <p:nvPr/>
          </p:nvSpPr>
          <p:spPr>
            <a:xfrm>
              <a:off x="500652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5" name="Google Shape;1364;p17"/>
            <p:cNvSpPr/>
            <p:nvPr/>
          </p:nvSpPr>
          <p:spPr>
            <a:xfrm>
              <a:off x="509868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6" name="Google Shape;1365;p17"/>
            <p:cNvSpPr/>
            <p:nvPr/>
          </p:nvSpPr>
          <p:spPr>
            <a:xfrm>
              <a:off x="519120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7" name="Google Shape;1366;p17"/>
            <p:cNvSpPr/>
            <p:nvPr/>
          </p:nvSpPr>
          <p:spPr>
            <a:xfrm>
              <a:off x="528372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8" name="Google Shape;1367;p17"/>
            <p:cNvSpPr/>
            <p:nvPr/>
          </p:nvSpPr>
          <p:spPr>
            <a:xfrm>
              <a:off x="537624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9" name="Google Shape;1368;p17"/>
            <p:cNvSpPr/>
            <p:nvPr/>
          </p:nvSpPr>
          <p:spPr>
            <a:xfrm>
              <a:off x="546876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0" name="Google Shape;1369;p17"/>
            <p:cNvSpPr/>
            <p:nvPr/>
          </p:nvSpPr>
          <p:spPr>
            <a:xfrm>
              <a:off x="556128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1" name="Google Shape;1370;p17"/>
            <p:cNvSpPr/>
            <p:nvPr/>
          </p:nvSpPr>
          <p:spPr>
            <a:xfrm>
              <a:off x="565380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2" name="Google Shape;1371;p17"/>
            <p:cNvSpPr/>
            <p:nvPr/>
          </p:nvSpPr>
          <p:spPr>
            <a:xfrm>
              <a:off x="574596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3" name="Google Shape;1372;p17"/>
            <p:cNvSpPr/>
            <p:nvPr/>
          </p:nvSpPr>
          <p:spPr>
            <a:xfrm>
              <a:off x="583848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4" name="Google Shape;1373;p17"/>
            <p:cNvSpPr/>
            <p:nvPr/>
          </p:nvSpPr>
          <p:spPr>
            <a:xfrm>
              <a:off x="593100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5" name="Google Shape;1374;p17"/>
            <p:cNvSpPr/>
            <p:nvPr/>
          </p:nvSpPr>
          <p:spPr>
            <a:xfrm>
              <a:off x="602352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6" name="Google Shape;1375;p17"/>
            <p:cNvSpPr/>
            <p:nvPr/>
          </p:nvSpPr>
          <p:spPr>
            <a:xfrm>
              <a:off x="6115680" y="675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97" name="Google Shape;1376;p17"/>
          <p:cNvSpPr/>
          <p:nvPr/>
        </p:nvSpPr>
        <p:spPr>
          <a:xfrm rot="5400000">
            <a:off x="8208720" y="420408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8" name="Google Shape;1377;p17"/>
          <p:cNvSpPr/>
          <p:nvPr/>
        </p:nvSpPr>
        <p:spPr>
          <a:xfrm rot="10800000">
            <a:off x="1362600" y="424044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99" name="Google Shape;1378;p17"/>
          <p:cNvGrpSpPr/>
          <p:nvPr/>
        </p:nvGrpSpPr>
        <p:grpSpPr>
          <a:xfrm>
            <a:off x="5600520" y="4993560"/>
            <a:ext cx="1520280" cy="301680"/>
            <a:chOff x="5600520" y="4993560"/>
            <a:chExt cx="1520280" cy="301680"/>
          </a:xfrm>
        </p:grpSpPr>
        <p:sp>
          <p:nvSpPr>
            <p:cNvPr id="700" name="Google Shape;1379;p17"/>
            <p:cNvSpPr/>
            <p:nvPr/>
          </p:nvSpPr>
          <p:spPr>
            <a:xfrm>
              <a:off x="5693760" y="504000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1" name="Google Shape;1380;p17"/>
            <p:cNvSpPr/>
            <p:nvPr/>
          </p:nvSpPr>
          <p:spPr>
            <a:xfrm>
              <a:off x="7029360" y="52038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2" name="Google Shape;1381;p17"/>
            <p:cNvSpPr/>
            <p:nvPr/>
          </p:nvSpPr>
          <p:spPr>
            <a:xfrm>
              <a:off x="7053480" y="52286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3" name="Google Shape;1382;p17"/>
            <p:cNvSpPr/>
            <p:nvPr/>
          </p:nvSpPr>
          <p:spPr>
            <a:xfrm>
              <a:off x="5600520" y="499356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4" name="Google Shape;1383;p17"/>
            <p:cNvSpPr/>
            <p:nvPr/>
          </p:nvSpPr>
          <p:spPr>
            <a:xfrm>
              <a:off x="5624280" y="50184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05" name="Google Shape;1384;p17"/>
          <p:cNvGrpSpPr/>
          <p:nvPr/>
        </p:nvGrpSpPr>
        <p:grpSpPr>
          <a:xfrm>
            <a:off x="-217800" y="2000520"/>
            <a:ext cx="552600" cy="98640"/>
            <a:chOff x="-217800" y="2000520"/>
            <a:chExt cx="552600" cy="98640"/>
          </a:xfrm>
        </p:grpSpPr>
        <p:sp>
          <p:nvSpPr>
            <p:cNvPr id="706" name="Google Shape;1385;p17"/>
            <p:cNvSpPr/>
            <p:nvPr/>
          </p:nvSpPr>
          <p:spPr>
            <a:xfrm rot="5400000">
              <a:off x="236160" y="200052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7" name="Google Shape;1386;p17"/>
            <p:cNvSpPr/>
            <p:nvPr/>
          </p:nvSpPr>
          <p:spPr>
            <a:xfrm rot="5400000">
              <a:off x="262800" y="202752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8" name="Google Shape;1387;p17"/>
            <p:cNvSpPr/>
            <p:nvPr/>
          </p:nvSpPr>
          <p:spPr>
            <a:xfrm rot="5400000">
              <a:off x="-217800" y="20037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9" name="Google Shape;1388;p17"/>
            <p:cNvSpPr/>
            <p:nvPr/>
          </p:nvSpPr>
          <p:spPr>
            <a:xfrm rot="5400000">
              <a:off x="-193680" y="202752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0" name="Google Shape;1389;p17"/>
            <p:cNvSpPr/>
            <p:nvPr/>
          </p:nvSpPr>
          <p:spPr>
            <a:xfrm rot="5400000">
              <a:off x="58320" y="186480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_16">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711" name="Google Shape;1391;p18"/>
          <p:cNvGrpSpPr/>
          <p:nvPr/>
        </p:nvGrpSpPr>
        <p:grpSpPr>
          <a:xfrm>
            <a:off x="0" y="0"/>
            <a:ext cx="9143280" cy="5142960"/>
            <a:chOff x="0" y="0"/>
            <a:chExt cx="9143280" cy="5142960"/>
          </a:xfrm>
        </p:grpSpPr>
        <p:sp>
          <p:nvSpPr>
            <p:cNvPr id="712" name="Google Shape;1392;p18"/>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3" name="Google Shape;1393;p18"/>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4" name="Google Shape;1394;p18"/>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5" name="Google Shape;1395;p18"/>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6" name="Google Shape;1396;p18"/>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7" name="Google Shape;1397;p18"/>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8" name="Google Shape;1398;p18"/>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9" name="Google Shape;1399;p18"/>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0" name="Google Shape;1400;p18"/>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1" name="Google Shape;1401;p18"/>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2" name="Google Shape;1402;p18"/>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3" name="Google Shape;1403;p18"/>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4" name="Google Shape;1404;p18"/>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5" name="Google Shape;1405;p18"/>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6" name="Google Shape;1406;p18"/>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7" name="Google Shape;1407;p18"/>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8" name="Google Shape;1408;p18"/>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9" name="Google Shape;1409;p18"/>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0" name="Google Shape;1410;p18"/>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1" name="Google Shape;1411;p18"/>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2" name="Google Shape;1412;p18"/>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3" name="Google Shape;1413;p18"/>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4" name="Google Shape;1414;p18"/>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5" name="Google Shape;1415;p18"/>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6" name="Google Shape;1416;p18"/>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7" name="Google Shape;1417;p18"/>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8" name="Google Shape;1418;p18"/>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9" name="Google Shape;1419;p18"/>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0" name="Google Shape;1420;p18"/>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1" name="Google Shape;1421;p18"/>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2" name="Google Shape;1422;p18"/>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3" name="Google Shape;1423;p18"/>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4" name="Google Shape;1424;p18"/>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5" name="Google Shape;1425;p18"/>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6" name="Google Shape;1426;p18"/>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7" name="Google Shape;1427;p18"/>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8" name="Google Shape;1428;p18"/>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9" name="Google Shape;1429;p18"/>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50" name="PlaceHolder 1"/>
          <p:cNvSpPr>
            <a:spLocks noGrp="1"/>
          </p:cNvSpPr>
          <p:nvPr>
            <p:ph type="title"/>
          </p:nvPr>
        </p:nvSpPr>
        <p:spPr>
          <a:xfrm>
            <a:off x="865440" y="753480"/>
            <a:ext cx="4466520" cy="1141200"/>
          </a:xfrm>
          <a:prstGeom prst="rect">
            <a:avLst/>
          </a:prstGeom>
          <a:noFill/>
          <a:ln w="0">
            <a:noFill/>
          </a:ln>
          <a:effectLst>
            <a:outerShdw blurRad="85680" rotWithShape="0">
              <a:srgbClr val="8FFFFF">
                <a:alpha val="40000"/>
              </a:srgbClr>
            </a:outerShdw>
          </a:effectLst>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grpSp>
        <p:nvGrpSpPr>
          <p:cNvPr id="751" name="Google Shape;1432;p18"/>
          <p:cNvGrpSpPr/>
          <p:nvPr/>
        </p:nvGrpSpPr>
        <p:grpSpPr>
          <a:xfrm>
            <a:off x="246240" y="1697040"/>
            <a:ext cx="241560" cy="882720"/>
            <a:chOff x="246240" y="1697040"/>
            <a:chExt cx="241560" cy="882720"/>
          </a:xfrm>
        </p:grpSpPr>
        <p:sp>
          <p:nvSpPr>
            <p:cNvPr id="752" name="Google Shape;1433;p18"/>
            <p:cNvSpPr/>
            <p:nvPr/>
          </p:nvSpPr>
          <p:spPr>
            <a:xfrm rot="5400000">
              <a:off x="290880" y="165204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3" name="Google Shape;1434;p18"/>
            <p:cNvSpPr/>
            <p:nvPr/>
          </p:nvSpPr>
          <p:spPr>
            <a:xfrm rot="5400000">
              <a:off x="291600" y="1798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4" name="Google Shape;1435;p18"/>
            <p:cNvSpPr/>
            <p:nvPr/>
          </p:nvSpPr>
          <p:spPr>
            <a:xfrm rot="5400000">
              <a:off x="291600" y="19447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5" name="Google Shape;1436;p18"/>
            <p:cNvSpPr/>
            <p:nvPr/>
          </p:nvSpPr>
          <p:spPr>
            <a:xfrm rot="5400000">
              <a:off x="291600" y="20908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6" name="Google Shape;1437;p18"/>
            <p:cNvSpPr/>
            <p:nvPr/>
          </p:nvSpPr>
          <p:spPr>
            <a:xfrm rot="5400000">
              <a:off x="291600" y="22374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7" name="Google Shape;1438;p18"/>
            <p:cNvSpPr/>
            <p:nvPr/>
          </p:nvSpPr>
          <p:spPr>
            <a:xfrm rot="5400000">
              <a:off x="291600" y="2383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58" name="Google Shape;1439;p18"/>
          <p:cNvGrpSpPr/>
          <p:nvPr/>
        </p:nvGrpSpPr>
        <p:grpSpPr>
          <a:xfrm>
            <a:off x="2273040" y="-131040"/>
            <a:ext cx="1520280" cy="301320"/>
            <a:chOff x="2273040" y="-131040"/>
            <a:chExt cx="1520280" cy="301320"/>
          </a:xfrm>
        </p:grpSpPr>
        <p:sp>
          <p:nvSpPr>
            <p:cNvPr id="759" name="Google Shape;1440;p18"/>
            <p:cNvSpPr/>
            <p:nvPr/>
          </p:nvSpPr>
          <p:spPr>
            <a:xfrm>
              <a:off x="2366280" y="-8460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0" name="Google Shape;1441;p18"/>
            <p:cNvSpPr/>
            <p:nvPr/>
          </p:nvSpPr>
          <p:spPr>
            <a:xfrm>
              <a:off x="3701880" y="788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1" name="Google Shape;1442;p18"/>
            <p:cNvSpPr/>
            <p:nvPr/>
          </p:nvSpPr>
          <p:spPr>
            <a:xfrm>
              <a:off x="3726000" y="10368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2" name="Google Shape;1443;p18"/>
            <p:cNvSpPr/>
            <p:nvPr/>
          </p:nvSpPr>
          <p:spPr>
            <a:xfrm>
              <a:off x="2273040" y="-13104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3" name="Google Shape;1444;p18"/>
            <p:cNvSpPr/>
            <p:nvPr/>
          </p:nvSpPr>
          <p:spPr>
            <a:xfrm>
              <a:off x="2296800" y="-1065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64" name="Google Shape;1445;p18"/>
          <p:cNvGrpSpPr/>
          <p:nvPr/>
        </p:nvGrpSpPr>
        <p:grpSpPr>
          <a:xfrm>
            <a:off x="-141480" y="4021920"/>
            <a:ext cx="552600" cy="98640"/>
            <a:chOff x="-141480" y="4021920"/>
            <a:chExt cx="552600" cy="98640"/>
          </a:xfrm>
        </p:grpSpPr>
        <p:sp>
          <p:nvSpPr>
            <p:cNvPr id="765" name="Google Shape;1446;p18"/>
            <p:cNvSpPr/>
            <p:nvPr/>
          </p:nvSpPr>
          <p:spPr>
            <a:xfrm rot="5400000">
              <a:off x="312480" y="402192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6" name="Google Shape;1447;p18"/>
            <p:cNvSpPr/>
            <p:nvPr/>
          </p:nvSpPr>
          <p:spPr>
            <a:xfrm rot="5400000">
              <a:off x="339120" y="404892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7" name="Google Shape;1448;p18"/>
            <p:cNvSpPr/>
            <p:nvPr/>
          </p:nvSpPr>
          <p:spPr>
            <a:xfrm rot="5400000">
              <a:off x="-141480" y="40251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8" name="Google Shape;1449;p18"/>
            <p:cNvSpPr/>
            <p:nvPr/>
          </p:nvSpPr>
          <p:spPr>
            <a:xfrm rot="5400000">
              <a:off x="-117720" y="404892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9" name="Google Shape;1450;p18"/>
            <p:cNvSpPr/>
            <p:nvPr/>
          </p:nvSpPr>
          <p:spPr>
            <a:xfrm rot="5400000">
              <a:off x="134640" y="388620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70" name="Google Shape;1451;p18"/>
          <p:cNvSpPr/>
          <p:nvPr/>
        </p:nvSpPr>
        <p:spPr>
          <a:xfrm>
            <a:off x="538560" y="-26928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1" name="Google Shape;1452;p18"/>
          <p:cNvSpPr/>
          <p:nvPr/>
        </p:nvSpPr>
        <p:spPr>
          <a:xfrm rot="10800000">
            <a:off x="8557560" y="385956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2" name="Google Shape;1453;p18"/>
          <p:cNvSpPr/>
          <p:nvPr/>
        </p:nvSpPr>
        <p:spPr>
          <a:xfrm rot="5400000">
            <a:off x="8206560" y="-34884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73" name="Google Shape;1454;p18"/>
          <p:cNvGrpSpPr/>
          <p:nvPr/>
        </p:nvGrpSpPr>
        <p:grpSpPr>
          <a:xfrm>
            <a:off x="8694000" y="-363240"/>
            <a:ext cx="301320" cy="1520280"/>
            <a:chOff x="8694000" y="-363240"/>
            <a:chExt cx="301320" cy="1520280"/>
          </a:xfrm>
        </p:grpSpPr>
        <p:sp>
          <p:nvSpPr>
            <p:cNvPr id="774" name="Google Shape;1455;p18"/>
            <p:cNvSpPr/>
            <p:nvPr/>
          </p:nvSpPr>
          <p:spPr>
            <a:xfrm rot="5400000">
              <a:off x="8177040" y="29304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5" name="Google Shape;1456;p18"/>
            <p:cNvSpPr/>
            <p:nvPr/>
          </p:nvSpPr>
          <p:spPr>
            <a:xfrm rot="5400000">
              <a:off x="8694000" y="10656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6" name="Google Shape;1457;p18"/>
            <p:cNvSpPr/>
            <p:nvPr/>
          </p:nvSpPr>
          <p:spPr>
            <a:xfrm rot="5400000">
              <a:off x="8718120" y="109008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7" name="Google Shape;1458;p18"/>
            <p:cNvSpPr/>
            <p:nvPr/>
          </p:nvSpPr>
          <p:spPr>
            <a:xfrm rot="5400000">
              <a:off x="8903160" y="-36360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8" name="Google Shape;1459;p18"/>
            <p:cNvSpPr/>
            <p:nvPr/>
          </p:nvSpPr>
          <p:spPr>
            <a:xfrm rot="5400000">
              <a:off x="8928000" y="-33948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79" name="Google Shape;1460;p18"/>
          <p:cNvGrpSpPr/>
          <p:nvPr/>
        </p:nvGrpSpPr>
        <p:grpSpPr>
          <a:xfrm>
            <a:off x="-240840" y="4336200"/>
            <a:ext cx="1524960" cy="586440"/>
            <a:chOff x="-240840" y="4336200"/>
            <a:chExt cx="1524960" cy="586440"/>
          </a:xfrm>
        </p:grpSpPr>
        <p:sp>
          <p:nvSpPr>
            <p:cNvPr id="780" name="Google Shape;1461;p18"/>
            <p:cNvSpPr/>
            <p:nvPr/>
          </p:nvSpPr>
          <p:spPr>
            <a:xfrm rot="16200000">
              <a:off x="348840" y="398736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81" name="Google Shape;1462;p18"/>
            <p:cNvGrpSpPr/>
            <p:nvPr/>
          </p:nvGrpSpPr>
          <p:grpSpPr>
            <a:xfrm>
              <a:off x="-240840" y="4562280"/>
              <a:ext cx="1105560" cy="133920"/>
              <a:chOff x="-240840" y="4562280"/>
              <a:chExt cx="1105560" cy="133920"/>
            </a:xfrm>
          </p:grpSpPr>
          <p:grpSp>
            <p:nvGrpSpPr>
              <p:cNvPr id="782" name="Google Shape;1463;p18"/>
              <p:cNvGrpSpPr/>
              <p:nvPr/>
            </p:nvGrpSpPr>
            <p:grpSpPr>
              <a:xfrm>
                <a:off x="-240840" y="4645440"/>
                <a:ext cx="883080" cy="50760"/>
                <a:chOff x="-240840" y="4645440"/>
                <a:chExt cx="883080" cy="50760"/>
              </a:xfrm>
            </p:grpSpPr>
            <p:sp>
              <p:nvSpPr>
                <p:cNvPr id="783" name="Google Shape;1464;p18"/>
                <p:cNvSpPr/>
                <p:nvPr/>
              </p:nvSpPr>
              <p:spPr>
                <a:xfrm>
                  <a:off x="-240840" y="4645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4" name="Google Shape;1465;p18"/>
                <p:cNvSpPr/>
                <p:nvPr/>
              </p:nvSpPr>
              <p:spPr>
                <a:xfrm>
                  <a:off x="-148320" y="4645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5" name="Google Shape;1466;p18"/>
                <p:cNvSpPr/>
                <p:nvPr/>
              </p:nvSpPr>
              <p:spPr>
                <a:xfrm>
                  <a:off x="-55800" y="4645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6" name="Google Shape;1467;p18"/>
                <p:cNvSpPr/>
                <p:nvPr/>
              </p:nvSpPr>
              <p:spPr>
                <a:xfrm>
                  <a:off x="36720" y="4645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7" name="Google Shape;1468;p18"/>
                <p:cNvSpPr/>
                <p:nvPr/>
              </p:nvSpPr>
              <p:spPr>
                <a:xfrm>
                  <a:off x="128880" y="4645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8" name="Google Shape;1469;p18"/>
                <p:cNvSpPr/>
                <p:nvPr/>
              </p:nvSpPr>
              <p:spPr>
                <a:xfrm>
                  <a:off x="221400" y="4645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9" name="Google Shape;1470;p18"/>
                <p:cNvSpPr/>
                <p:nvPr/>
              </p:nvSpPr>
              <p:spPr>
                <a:xfrm>
                  <a:off x="313920" y="4645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0" name="Google Shape;1471;p18"/>
                <p:cNvSpPr/>
                <p:nvPr/>
              </p:nvSpPr>
              <p:spPr>
                <a:xfrm>
                  <a:off x="406440" y="4645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1" name="Google Shape;1472;p18"/>
                <p:cNvSpPr/>
                <p:nvPr/>
              </p:nvSpPr>
              <p:spPr>
                <a:xfrm>
                  <a:off x="498960" y="4645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2" name="Google Shape;1473;p18"/>
                <p:cNvSpPr/>
                <p:nvPr/>
              </p:nvSpPr>
              <p:spPr>
                <a:xfrm>
                  <a:off x="591480" y="4645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93" name="Google Shape;1474;p18"/>
              <p:cNvGrpSpPr/>
              <p:nvPr/>
            </p:nvGrpSpPr>
            <p:grpSpPr>
              <a:xfrm>
                <a:off x="-18000" y="4562280"/>
                <a:ext cx="882720" cy="50760"/>
                <a:chOff x="-18000" y="4562280"/>
                <a:chExt cx="882720" cy="50760"/>
              </a:xfrm>
            </p:grpSpPr>
            <p:sp>
              <p:nvSpPr>
                <p:cNvPr id="794" name="Google Shape;1475;p18"/>
                <p:cNvSpPr/>
                <p:nvPr/>
              </p:nvSpPr>
              <p:spPr>
                <a:xfrm>
                  <a:off x="-18000" y="456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5" name="Google Shape;1476;p18"/>
                <p:cNvSpPr/>
                <p:nvPr/>
              </p:nvSpPr>
              <p:spPr>
                <a:xfrm>
                  <a:off x="74160" y="456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6" name="Google Shape;1477;p18"/>
                <p:cNvSpPr/>
                <p:nvPr/>
              </p:nvSpPr>
              <p:spPr>
                <a:xfrm>
                  <a:off x="166680" y="456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7" name="Google Shape;1478;p18"/>
                <p:cNvSpPr/>
                <p:nvPr/>
              </p:nvSpPr>
              <p:spPr>
                <a:xfrm>
                  <a:off x="259200" y="456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8" name="Google Shape;1479;p18"/>
                <p:cNvSpPr/>
                <p:nvPr/>
              </p:nvSpPr>
              <p:spPr>
                <a:xfrm>
                  <a:off x="351720" y="456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9" name="Google Shape;1480;p18"/>
                <p:cNvSpPr/>
                <p:nvPr/>
              </p:nvSpPr>
              <p:spPr>
                <a:xfrm>
                  <a:off x="444240" y="456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0" name="Google Shape;1481;p18"/>
                <p:cNvSpPr/>
                <p:nvPr/>
              </p:nvSpPr>
              <p:spPr>
                <a:xfrm>
                  <a:off x="536760" y="456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1" name="Google Shape;1482;p18"/>
                <p:cNvSpPr/>
                <p:nvPr/>
              </p:nvSpPr>
              <p:spPr>
                <a:xfrm>
                  <a:off x="629280" y="456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2" name="Google Shape;1483;p18"/>
                <p:cNvSpPr/>
                <p:nvPr/>
              </p:nvSpPr>
              <p:spPr>
                <a:xfrm>
                  <a:off x="721440" y="456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3" name="Google Shape;1484;p18"/>
                <p:cNvSpPr/>
                <p:nvPr/>
              </p:nvSpPr>
              <p:spPr>
                <a:xfrm>
                  <a:off x="813960" y="456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804" name="Google Shape;1485;p18"/>
          <p:cNvGrpSpPr/>
          <p:nvPr/>
        </p:nvGrpSpPr>
        <p:grpSpPr>
          <a:xfrm>
            <a:off x="5717520" y="4966560"/>
            <a:ext cx="1520280" cy="301680"/>
            <a:chOff x="5717520" y="4966560"/>
            <a:chExt cx="1520280" cy="301680"/>
          </a:xfrm>
        </p:grpSpPr>
        <p:sp>
          <p:nvSpPr>
            <p:cNvPr id="805" name="Google Shape;1486;p18"/>
            <p:cNvSpPr/>
            <p:nvPr/>
          </p:nvSpPr>
          <p:spPr>
            <a:xfrm>
              <a:off x="5810760" y="501300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6" name="Google Shape;1487;p18"/>
            <p:cNvSpPr/>
            <p:nvPr/>
          </p:nvSpPr>
          <p:spPr>
            <a:xfrm>
              <a:off x="7146360" y="51768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7" name="Google Shape;1488;p18"/>
            <p:cNvSpPr/>
            <p:nvPr/>
          </p:nvSpPr>
          <p:spPr>
            <a:xfrm>
              <a:off x="7170480" y="520128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8" name="Google Shape;1489;p18"/>
            <p:cNvSpPr/>
            <p:nvPr/>
          </p:nvSpPr>
          <p:spPr>
            <a:xfrm>
              <a:off x="5717520" y="496656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9" name="Google Shape;1490;p18"/>
            <p:cNvSpPr/>
            <p:nvPr/>
          </p:nvSpPr>
          <p:spPr>
            <a:xfrm>
              <a:off x="5741280" y="49914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81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0">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811" name="Google Shape;1492;p19"/>
          <p:cNvGrpSpPr/>
          <p:nvPr/>
        </p:nvGrpSpPr>
        <p:grpSpPr>
          <a:xfrm>
            <a:off x="0" y="0"/>
            <a:ext cx="9143280" cy="5142960"/>
            <a:chOff x="0" y="0"/>
            <a:chExt cx="9143280" cy="5142960"/>
          </a:xfrm>
        </p:grpSpPr>
        <p:sp>
          <p:nvSpPr>
            <p:cNvPr id="812" name="Google Shape;1493;p19"/>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3" name="Google Shape;1494;p19"/>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4" name="Google Shape;1495;p19"/>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5" name="Google Shape;1496;p19"/>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6" name="Google Shape;1497;p19"/>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7" name="Google Shape;1498;p19"/>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8" name="Google Shape;1499;p19"/>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9" name="Google Shape;1500;p19"/>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0" name="Google Shape;1501;p19"/>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1" name="Google Shape;1502;p19"/>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2" name="Google Shape;1503;p19"/>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3" name="Google Shape;1504;p19"/>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4" name="Google Shape;1505;p19"/>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5" name="Google Shape;1506;p19"/>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6" name="Google Shape;1507;p19"/>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7" name="Google Shape;1508;p19"/>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8" name="Google Shape;1509;p19"/>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9" name="Google Shape;1510;p19"/>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0" name="Google Shape;1511;p19"/>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1" name="Google Shape;1512;p19"/>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2" name="Google Shape;1513;p19"/>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3" name="Google Shape;1514;p19"/>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4" name="Google Shape;1515;p19"/>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5" name="Google Shape;1516;p19"/>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6" name="Google Shape;1517;p19"/>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7" name="Google Shape;1518;p19"/>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8" name="Google Shape;1519;p19"/>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9" name="Google Shape;1520;p19"/>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0" name="Google Shape;1521;p19"/>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1" name="Google Shape;1522;p19"/>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2" name="Google Shape;1523;p19"/>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3" name="Google Shape;1524;p19"/>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4" name="Google Shape;1525;p19"/>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5" name="Google Shape;1526;p19"/>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6" name="Google Shape;1527;p19"/>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7" name="Google Shape;1528;p19"/>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8" name="Google Shape;1529;p19"/>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9" name="Google Shape;1530;p19"/>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50" name="PlaceHolder 1"/>
          <p:cNvSpPr>
            <a:spLocks noGrp="1"/>
          </p:cNvSpPr>
          <p:nvPr>
            <p:ph type="title"/>
          </p:nvPr>
        </p:nvSpPr>
        <p:spPr>
          <a:xfrm>
            <a:off x="1773000" y="2597040"/>
            <a:ext cx="188532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851" name="PlaceHolder 2"/>
          <p:cNvSpPr>
            <a:spLocks noGrp="1"/>
          </p:cNvSpPr>
          <p:nvPr>
            <p:ph type="title"/>
          </p:nvPr>
        </p:nvSpPr>
        <p:spPr>
          <a:xfrm>
            <a:off x="5491080" y="3013560"/>
            <a:ext cx="188532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grpSp>
        <p:nvGrpSpPr>
          <p:cNvPr id="852" name="Google Shape;1535;p19"/>
          <p:cNvGrpSpPr/>
          <p:nvPr/>
        </p:nvGrpSpPr>
        <p:grpSpPr>
          <a:xfrm>
            <a:off x="0" y="4386960"/>
            <a:ext cx="1284120" cy="586440"/>
            <a:chOff x="0" y="4386960"/>
            <a:chExt cx="1284120" cy="586440"/>
          </a:xfrm>
        </p:grpSpPr>
        <p:sp>
          <p:nvSpPr>
            <p:cNvPr id="853" name="Google Shape;1536;p19"/>
            <p:cNvSpPr/>
            <p:nvPr/>
          </p:nvSpPr>
          <p:spPr>
            <a:xfrm rot="16200000">
              <a:off x="348840" y="403812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54" name="Google Shape;1537;p19"/>
            <p:cNvGrpSpPr/>
            <p:nvPr/>
          </p:nvGrpSpPr>
          <p:grpSpPr>
            <a:xfrm>
              <a:off x="360" y="4559400"/>
              <a:ext cx="882720" cy="241560"/>
              <a:chOff x="360" y="4559400"/>
              <a:chExt cx="882720" cy="241560"/>
            </a:xfrm>
          </p:grpSpPr>
          <p:sp>
            <p:nvSpPr>
              <p:cNvPr id="855" name="Google Shape;1538;p19"/>
              <p:cNvSpPr/>
              <p:nvPr/>
            </p:nvSpPr>
            <p:spPr>
              <a:xfrm rot="10800000">
                <a:off x="731160" y="455940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6" name="Google Shape;1539;p19"/>
              <p:cNvSpPr/>
              <p:nvPr/>
            </p:nvSpPr>
            <p:spPr>
              <a:xfrm rot="10800000">
                <a:off x="585360" y="45594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7" name="Google Shape;1540;p19"/>
              <p:cNvSpPr/>
              <p:nvPr/>
            </p:nvSpPr>
            <p:spPr>
              <a:xfrm rot="10800000">
                <a:off x="439200" y="45594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8" name="Google Shape;1541;p19"/>
              <p:cNvSpPr/>
              <p:nvPr/>
            </p:nvSpPr>
            <p:spPr>
              <a:xfrm rot="10800000">
                <a:off x="293040" y="45594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9" name="Google Shape;1542;p19"/>
              <p:cNvSpPr/>
              <p:nvPr/>
            </p:nvSpPr>
            <p:spPr>
              <a:xfrm rot="10800000">
                <a:off x="146880" y="45594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0" name="Google Shape;1543;p19"/>
              <p:cNvSpPr/>
              <p:nvPr/>
            </p:nvSpPr>
            <p:spPr>
              <a:xfrm rot="10800000">
                <a:off x="360" y="45594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861" name="Google Shape;1544;p19"/>
          <p:cNvGrpSpPr/>
          <p:nvPr/>
        </p:nvGrpSpPr>
        <p:grpSpPr>
          <a:xfrm>
            <a:off x="1852200" y="-114480"/>
            <a:ext cx="1520640" cy="301680"/>
            <a:chOff x="1852200" y="-114480"/>
            <a:chExt cx="1520640" cy="301680"/>
          </a:xfrm>
        </p:grpSpPr>
        <p:sp>
          <p:nvSpPr>
            <p:cNvPr id="862" name="Google Shape;1545;p19"/>
            <p:cNvSpPr/>
            <p:nvPr/>
          </p:nvSpPr>
          <p:spPr>
            <a:xfrm>
              <a:off x="1945800" y="-6804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3" name="Google Shape;1546;p19"/>
            <p:cNvSpPr/>
            <p:nvPr/>
          </p:nvSpPr>
          <p:spPr>
            <a:xfrm>
              <a:off x="3281400" y="957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4" name="Google Shape;1547;p19"/>
            <p:cNvSpPr/>
            <p:nvPr/>
          </p:nvSpPr>
          <p:spPr>
            <a:xfrm>
              <a:off x="3305160" y="12060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5" name="Google Shape;1548;p19"/>
            <p:cNvSpPr/>
            <p:nvPr/>
          </p:nvSpPr>
          <p:spPr>
            <a:xfrm>
              <a:off x="1852200" y="-11448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6" name="Google Shape;1549;p19"/>
            <p:cNvSpPr/>
            <p:nvPr/>
          </p:nvSpPr>
          <p:spPr>
            <a:xfrm>
              <a:off x="1876320" y="-896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67" name="Google Shape;1550;p19"/>
          <p:cNvGrpSpPr/>
          <p:nvPr/>
        </p:nvGrpSpPr>
        <p:grpSpPr>
          <a:xfrm>
            <a:off x="-141480" y="1750680"/>
            <a:ext cx="552600" cy="98640"/>
            <a:chOff x="-141480" y="1750680"/>
            <a:chExt cx="552600" cy="98640"/>
          </a:xfrm>
        </p:grpSpPr>
        <p:sp>
          <p:nvSpPr>
            <p:cNvPr id="868" name="Google Shape;1551;p19"/>
            <p:cNvSpPr/>
            <p:nvPr/>
          </p:nvSpPr>
          <p:spPr>
            <a:xfrm rot="5400000">
              <a:off x="312480" y="175068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9" name="Google Shape;1552;p19"/>
            <p:cNvSpPr/>
            <p:nvPr/>
          </p:nvSpPr>
          <p:spPr>
            <a:xfrm rot="5400000">
              <a:off x="339120" y="17776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0" name="Google Shape;1553;p19"/>
            <p:cNvSpPr/>
            <p:nvPr/>
          </p:nvSpPr>
          <p:spPr>
            <a:xfrm rot="5400000">
              <a:off x="-141480" y="17535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1" name="Google Shape;1554;p19"/>
            <p:cNvSpPr/>
            <p:nvPr/>
          </p:nvSpPr>
          <p:spPr>
            <a:xfrm rot="5400000">
              <a:off x="-117720" y="177768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2" name="Google Shape;1555;p19"/>
            <p:cNvSpPr/>
            <p:nvPr/>
          </p:nvSpPr>
          <p:spPr>
            <a:xfrm rot="5400000">
              <a:off x="134640" y="161496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73" name="Google Shape;1556;p19"/>
          <p:cNvSpPr/>
          <p:nvPr/>
        </p:nvSpPr>
        <p:spPr>
          <a:xfrm>
            <a:off x="471240" y="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4" name="Google Shape;1557;p19"/>
          <p:cNvSpPr/>
          <p:nvPr/>
        </p:nvSpPr>
        <p:spPr>
          <a:xfrm>
            <a:off x="-1281600" y="379080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5" name="Google Shape;1558;p19"/>
          <p:cNvSpPr/>
          <p:nvPr/>
        </p:nvSpPr>
        <p:spPr>
          <a:xfrm rot="10800000">
            <a:off x="8557560" y="385956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6" name="Google Shape;1559;p19"/>
          <p:cNvSpPr/>
          <p:nvPr/>
        </p:nvSpPr>
        <p:spPr>
          <a:xfrm rot="5400000">
            <a:off x="8206560" y="-34884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77" name="Google Shape;1560;p19"/>
          <p:cNvGrpSpPr/>
          <p:nvPr/>
        </p:nvGrpSpPr>
        <p:grpSpPr>
          <a:xfrm>
            <a:off x="7911360" y="4536000"/>
            <a:ext cx="1520280" cy="301680"/>
            <a:chOff x="7911360" y="4536000"/>
            <a:chExt cx="1520280" cy="301680"/>
          </a:xfrm>
        </p:grpSpPr>
        <p:sp>
          <p:nvSpPr>
            <p:cNvPr id="878" name="Google Shape;1561;p19"/>
            <p:cNvSpPr/>
            <p:nvPr/>
          </p:nvSpPr>
          <p:spPr>
            <a:xfrm rot="5400000">
              <a:off x="8567640" y="4019400"/>
              <a:ext cx="209160" cy="1335240"/>
            </a:xfrm>
            <a:custGeom>
              <a:avLst/>
              <a:gdLst>
                <a:gd name="textAreaLeft" fmla="*/ 0 w 209160"/>
                <a:gd name="textAreaRight" fmla="*/ 209520 w 209160"/>
                <a:gd name="textAreaTop" fmla="*/ 0 h 1335240"/>
                <a:gd name="textAreaBottom" fmla="*/ 1335600 h 1335240"/>
              </a:gdLst>
              <a:ahLst/>
              <a:cxnLst/>
              <a:rect l="textAreaLeft" t="textAreaTop" r="textAreaRight" b="textAreaBottom"/>
              <a:pathLst>
                <a:path w="6719" h="42862" fill="none">
                  <a:moveTo>
                    <a:pt x="0" y="42862"/>
                  </a:moveTo>
                  <a:lnTo>
                    <a:pt x="0" y="23799"/>
                  </a:lnTo>
                  <a:lnTo>
                    <a:pt x="6718" y="17056"/>
                  </a:lnTo>
                  <a:lnTo>
                    <a:pt x="6718"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9" name="Google Shape;1562;p19"/>
            <p:cNvSpPr/>
            <p:nvPr/>
          </p:nvSpPr>
          <p:spPr>
            <a:xfrm rot="5400000">
              <a:off x="9340200" y="4746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0" name="Google Shape;1563;p19"/>
            <p:cNvSpPr/>
            <p:nvPr/>
          </p:nvSpPr>
          <p:spPr>
            <a:xfrm rot="5400000">
              <a:off x="9365040" y="47703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1" name="Google Shape;1564;p19"/>
            <p:cNvSpPr/>
            <p:nvPr/>
          </p:nvSpPr>
          <p:spPr>
            <a:xfrm rot="5400000">
              <a:off x="7911360" y="45360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2" name="Google Shape;1565;p19"/>
            <p:cNvSpPr/>
            <p:nvPr/>
          </p:nvSpPr>
          <p:spPr>
            <a:xfrm rot="5400000">
              <a:off x="7935480" y="456120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883" name="PlaceHolder 3"/>
          <p:cNvSpPr>
            <a:spLocks noGrp="1"/>
          </p:cNvSpPr>
          <p:nvPr>
            <p:ph type="title"/>
          </p:nvPr>
        </p:nvSpPr>
        <p:spPr>
          <a:xfrm>
            <a:off x="713160" y="539280"/>
            <a:ext cx="7717320" cy="572400"/>
          </a:xfrm>
          <a:prstGeom prst="rect">
            <a:avLst/>
          </a:prstGeom>
          <a:noFill/>
          <a:ln w="0">
            <a:noFill/>
          </a:ln>
          <a:effectLst>
            <a:outerShdw blurRad="142920" rotWithShape="0">
              <a:srgbClr val="8FFFFF">
                <a:alpha val="50000"/>
              </a:srgbClr>
            </a:outerShdw>
          </a:effectLst>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7">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884" name="Google Shape;1568;p20"/>
          <p:cNvGrpSpPr/>
          <p:nvPr/>
        </p:nvGrpSpPr>
        <p:grpSpPr>
          <a:xfrm>
            <a:off x="0" y="0"/>
            <a:ext cx="9143280" cy="5142960"/>
            <a:chOff x="0" y="0"/>
            <a:chExt cx="9143280" cy="5142960"/>
          </a:xfrm>
        </p:grpSpPr>
        <p:sp>
          <p:nvSpPr>
            <p:cNvPr id="885" name="Google Shape;1569;p20"/>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6" name="Google Shape;1570;p20"/>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7" name="Google Shape;1571;p20"/>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8" name="Google Shape;1572;p20"/>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9" name="Google Shape;1573;p20"/>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0" name="Google Shape;1574;p20"/>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1" name="Google Shape;1575;p20"/>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2" name="Google Shape;1576;p20"/>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3" name="Google Shape;1577;p20"/>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4" name="Google Shape;1578;p20"/>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5" name="Google Shape;1579;p20"/>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6" name="Google Shape;1580;p20"/>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7" name="Google Shape;1581;p20"/>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8" name="Google Shape;1582;p20"/>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9" name="Google Shape;1583;p20"/>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0" name="Google Shape;1584;p20"/>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1" name="Google Shape;1585;p20"/>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2" name="Google Shape;1586;p20"/>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3" name="Google Shape;1587;p20"/>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4" name="Google Shape;1588;p20"/>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5" name="Google Shape;1589;p20"/>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6" name="Google Shape;1590;p20"/>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7" name="Google Shape;1591;p20"/>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8" name="Google Shape;1592;p20"/>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9" name="Google Shape;1593;p20"/>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0" name="Google Shape;1594;p20"/>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1" name="Google Shape;1595;p20"/>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2" name="Google Shape;1596;p20"/>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3" name="Google Shape;1597;p20"/>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4" name="Google Shape;1598;p20"/>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5" name="Google Shape;1599;p20"/>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6" name="Google Shape;1600;p20"/>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7" name="Google Shape;1601;p20"/>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8" name="Google Shape;1602;p20"/>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9" name="Google Shape;1603;p20"/>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0" name="Google Shape;1604;p20"/>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1" name="Google Shape;1605;p20"/>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2" name="Google Shape;1606;p20"/>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23" name="Google Shape;1609;p20"/>
          <p:cNvGrpSpPr/>
          <p:nvPr/>
        </p:nvGrpSpPr>
        <p:grpSpPr>
          <a:xfrm>
            <a:off x="1440" y="-88920"/>
            <a:ext cx="586440" cy="1284120"/>
            <a:chOff x="1440" y="-88920"/>
            <a:chExt cx="586440" cy="1284120"/>
          </a:xfrm>
        </p:grpSpPr>
        <p:sp>
          <p:nvSpPr>
            <p:cNvPr id="924" name="Google Shape;1610;p20"/>
            <p:cNvSpPr/>
            <p:nvPr/>
          </p:nvSpPr>
          <p:spPr>
            <a:xfrm>
              <a:off x="1440" y="-8892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25" name="Google Shape;1611;p20"/>
            <p:cNvGrpSpPr/>
            <p:nvPr/>
          </p:nvGrpSpPr>
          <p:grpSpPr>
            <a:xfrm>
              <a:off x="173880" y="-88200"/>
              <a:ext cx="241560" cy="882720"/>
              <a:chOff x="173880" y="-88200"/>
              <a:chExt cx="241560" cy="882720"/>
            </a:xfrm>
          </p:grpSpPr>
          <p:sp>
            <p:nvSpPr>
              <p:cNvPr id="926" name="Google Shape;1612;p20"/>
              <p:cNvSpPr/>
              <p:nvPr/>
            </p:nvSpPr>
            <p:spPr>
              <a:xfrm rot="16200000">
                <a:off x="218520" y="59760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7" name="Google Shape;1613;p20"/>
              <p:cNvSpPr/>
              <p:nvPr/>
            </p:nvSpPr>
            <p:spPr>
              <a:xfrm rot="16200000">
                <a:off x="219240" y="4507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8" name="Google Shape;1614;p20"/>
              <p:cNvSpPr/>
              <p:nvPr/>
            </p:nvSpPr>
            <p:spPr>
              <a:xfrm rot="16200000">
                <a:off x="219240" y="304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9" name="Google Shape;1615;p20"/>
              <p:cNvSpPr/>
              <p:nvPr/>
            </p:nvSpPr>
            <p:spPr>
              <a:xfrm rot="16200000">
                <a:off x="219240" y="1584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0" name="Google Shape;1616;p20"/>
              <p:cNvSpPr/>
              <p:nvPr/>
            </p:nvSpPr>
            <p:spPr>
              <a:xfrm rot="16200000">
                <a:off x="219240" y="122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1" name="Google Shape;1617;p20"/>
              <p:cNvSpPr/>
              <p:nvPr/>
            </p:nvSpPr>
            <p:spPr>
              <a:xfrm rot="16200000">
                <a:off x="219240" y="-133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932" name="Google Shape;1618;p20"/>
          <p:cNvGrpSpPr/>
          <p:nvPr/>
        </p:nvGrpSpPr>
        <p:grpSpPr>
          <a:xfrm>
            <a:off x="6028200" y="176040"/>
            <a:ext cx="552600" cy="98640"/>
            <a:chOff x="6028200" y="176040"/>
            <a:chExt cx="552600" cy="98640"/>
          </a:xfrm>
        </p:grpSpPr>
        <p:sp>
          <p:nvSpPr>
            <p:cNvPr id="933" name="Google Shape;1619;p20"/>
            <p:cNvSpPr/>
            <p:nvPr/>
          </p:nvSpPr>
          <p:spPr>
            <a:xfrm rot="5400000">
              <a:off x="6482160" y="17604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4" name="Google Shape;1620;p20"/>
            <p:cNvSpPr/>
            <p:nvPr/>
          </p:nvSpPr>
          <p:spPr>
            <a:xfrm rot="5400000">
              <a:off x="6508800" y="2026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5" name="Google Shape;1621;p20"/>
            <p:cNvSpPr/>
            <p:nvPr/>
          </p:nvSpPr>
          <p:spPr>
            <a:xfrm rot="5400000">
              <a:off x="6028200" y="1789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6" name="Google Shape;1622;p20"/>
            <p:cNvSpPr/>
            <p:nvPr/>
          </p:nvSpPr>
          <p:spPr>
            <a:xfrm rot="5400000">
              <a:off x="6051960" y="2030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7" name="Google Shape;1623;p20"/>
            <p:cNvSpPr/>
            <p:nvPr/>
          </p:nvSpPr>
          <p:spPr>
            <a:xfrm rot="5400000">
              <a:off x="6303960" y="3996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38" name="Google Shape;1624;p20"/>
          <p:cNvGrpSpPr/>
          <p:nvPr/>
        </p:nvGrpSpPr>
        <p:grpSpPr>
          <a:xfrm>
            <a:off x="-225720" y="4407480"/>
            <a:ext cx="552600" cy="98640"/>
            <a:chOff x="-225720" y="4407480"/>
            <a:chExt cx="552600" cy="98640"/>
          </a:xfrm>
        </p:grpSpPr>
        <p:sp>
          <p:nvSpPr>
            <p:cNvPr id="939" name="Google Shape;1625;p20"/>
            <p:cNvSpPr/>
            <p:nvPr/>
          </p:nvSpPr>
          <p:spPr>
            <a:xfrm rot="5400000">
              <a:off x="228240" y="440748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0" name="Google Shape;1626;p20"/>
            <p:cNvSpPr/>
            <p:nvPr/>
          </p:nvSpPr>
          <p:spPr>
            <a:xfrm rot="5400000">
              <a:off x="254880" y="44344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1" name="Google Shape;1627;p20"/>
            <p:cNvSpPr/>
            <p:nvPr/>
          </p:nvSpPr>
          <p:spPr>
            <a:xfrm rot="5400000">
              <a:off x="-225720" y="44107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2" name="Google Shape;1628;p20"/>
            <p:cNvSpPr/>
            <p:nvPr/>
          </p:nvSpPr>
          <p:spPr>
            <a:xfrm rot="5400000">
              <a:off x="-201600" y="443448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3" name="Google Shape;1629;p20"/>
            <p:cNvSpPr/>
            <p:nvPr/>
          </p:nvSpPr>
          <p:spPr>
            <a:xfrm rot="5400000">
              <a:off x="50400" y="427176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44" name="Google Shape;1630;p20"/>
          <p:cNvGrpSpPr/>
          <p:nvPr/>
        </p:nvGrpSpPr>
        <p:grpSpPr>
          <a:xfrm>
            <a:off x="-799200" y="4748760"/>
            <a:ext cx="1822320" cy="196200"/>
            <a:chOff x="-799200" y="4748760"/>
            <a:chExt cx="1822320" cy="196200"/>
          </a:xfrm>
        </p:grpSpPr>
        <p:sp>
          <p:nvSpPr>
            <p:cNvPr id="945" name="Google Shape;1631;p20"/>
            <p:cNvSpPr/>
            <p:nvPr/>
          </p:nvSpPr>
          <p:spPr>
            <a:xfrm flipH="1">
              <a:off x="-799200" y="4794840"/>
              <a:ext cx="1723680" cy="150120"/>
            </a:xfrm>
            <a:custGeom>
              <a:avLst/>
              <a:gdLst>
                <a:gd name="textAreaLeft" fmla="*/ 360 w 1723680"/>
                <a:gd name="textAreaRight" fmla="*/ 172440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6" name="Google Shape;1632;p20"/>
            <p:cNvSpPr/>
            <p:nvPr/>
          </p:nvSpPr>
          <p:spPr>
            <a:xfrm flipH="1">
              <a:off x="931680" y="474876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7" name="Google Shape;1633;p20"/>
            <p:cNvSpPr/>
            <p:nvPr/>
          </p:nvSpPr>
          <p:spPr>
            <a:xfrm flipH="1">
              <a:off x="955080" y="477324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48" name="Google Shape;1634;p20"/>
          <p:cNvSpPr/>
          <p:nvPr/>
        </p:nvSpPr>
        <p:spPr>
          <a:xfrm rot="10800000">
            <a:off x="8557560" y="401184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49" name="Google Shape;1635;p20"/>
          <p:cNvGrpSpPr/>
          <p:nvPr/>
        </p:nvGrpSpPr>
        <p:grpSpPr>
          <a:xfrm>
            <a:off x="7911360" y="4688640"/>
            <a:ext cx="1520280" cy="301320"/>
            <a:chOff x="7911360" y="4688640"/>
            <a:chExt cx="1520280" cy="301320"/>
          </a:xfrm>
        </p:grpSpPr>
        <p:sp>
          <p:nvSpPr>
            <p:cNvPr id="950" name="Google Shape;1636;p20"/>
            <p:cNvSpPr/>
            <p:nvPr/>
          </p:nvSpPr>
          <p:spPr>
            <a:xfrm rot="5400000">
              <a:off x="8567640" y="4171680"/>
              <a:ext cx="209160" cy="1335240"/>
            </a:xfrm>
            <a:custGeom>
              <a:avLst/>
              <a:gdLst>
                <a:gd name="textAreaLeft" fmla="*/ 0 w 209160"/>
                <a:gd name="textAreaRight" fmla="*/ 209520 w 209160"/>
                <a:gd name="textAreaTop" fmla="*/ 0 h 1335240"/>
                <a:gd name="textAreaBottom" fmla="*/ 1335600 h 1335240"/>
              </a:gdLst>
              <a:ahLst/>
              <a:cxnLst/>
              <a:rect l="textAreaLeft" t="textAreaTop" r="textAreaRight" b="textAreaBottom"/>
              <a:pathLst>
                <a:path w="6719" h="42862" fill="none">
                  <a:moveTo>
                    <a:pt x="0" y="42862"/>
                  </a:moveTo>
                  <a:lnTo>
                    <a:pt x="0" y="23799"/>
                  </a:lnTo>
                  <a:lnTo>
                    <a:pt x="6718" y="17056"/>
                  </a:lnTo>
                  <a:lnTo>
                    <a:pt x="6718"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1" name="Google Shape;1637;p20"/>
            <p:cNvSpPr/>
            <p:nvPr/>
          </p:nvSpPr>
          <p:spPr>
            <a:xfrm rot="5400000">
              <a:off x="9340200" y="48985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2" name="Google Shape;1638;p20"/>
            <p:cNvSpPr/>
            <p:nvPr/>
          </p:nvSpPr>
          <p:spPr>
            <a:xfrm rot="5400000">
              <a:off x="9365040" y="49226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3" name="Google Shape;1639;p20"/>
            <p:cNvSpPr/>
            <p:nvPr/>
          </p:nvSpPr>
          <p:spPr>
            <a:xfrm rot="5400000">
              <a:off x="7911360" y="46886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4" name="Google Shape;1640;p20"/>
            <p:cNvSpPr/>
            <p:nvPr/>
          </p:nvSpPr>
          <p:spPr>
            <a:xfrm rot="5400000">
              <a:off x="7935480" y="471348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55" name="Google Shape;1641;p20"/>
          <p:cNvGrpSpPr/>
          <p:nvPr/>
        </p:nvGrpSpPr>
        <p:grpSpPr>
          <a:xfrm>
            <a:off x="1434600" y="384480"/>
            <a:ext cx="1252800" cy="50760"/>
            <a:chOff x="1434600" y="384480"/>
            <a:chExt cx="1252800" cy="50760"/>
          </a:xfrm>
        </p:grpSpPr>
        <p:sp>
          <p:nvSpPr>
            <p:cNvPr id="956" name="Google Shape;1642;p20"/>
            <p:cNvSpPr/>
            <p:nvPr/>
          </p:nvSpPr>
          <p:spPr>
            <a:xfrm>
              <a:off x="1434600" y="38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7" name="Google Shape;1643;p20"/>
            <p:cNvSpPr/>
            <p:nvPr/>
          </p:nvSpPr>
          <p:spPr>
            <a:xfrm>
              <a:off x="1527120" y="38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8" name="Google Shape;1644;p20"/>
            <p:cNvSpPr/>
            <p:nvPr/>
          </p:nvSpPr>
          <p:spPr>
            <a:xfrm>
              <a:off x="1619640" y="38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9" name="Google Shape;1645;p20"/>
            <p:cNvSpPr/>
            <p:nvPr/>
          </p:nvSpPr>
          <p:spPr>
            <a:xfrm>
              <a:off x="1712160" y="38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0" name="Google Shape;1646;p20"/>
            <p:cNvSpPr/>
            <p:nvPr/>
          </p:nvSpPr>
          <p:spPr>
            <a:xfrm>
              <a:off x="1804680" y="38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1" name="Google Shape;1647;p20"/>
            <p:cNvSpPr/>
            <p:nvPr/>
          </p:nvSpPr>
          <p:spPr>
            <a:xfrm>
              <a:off x="1897200" y="38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2" name="Google Shape;1648;p20"/>
            <p:cNvSpPr/>
            <p:nvPr/>
          </p:nvSpPr>
          <p:spPr>
            <a:xfrm>
              <a:off x="1989360" y="38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3" name="Google Shape;1649;p20"/>
            <p:cNvSpPr/>
            <p:nvPr/>
          </p:nvSpPr>
          <p:spPr>
            <a:xfrm>
              <a:off x="2081880" y="38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4" name="Google Shape;1650;p20"/>
            <p:cNvSpPr/>
            <p:nvPr/>
          </p:nvSpPr>
          <p:spPr>
            <a:xfrm>
              <a:off x="2174400" y="38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5" name="Google Shape;1651;p20"/>
            <p:cNvSpPr/>
            <p:nvPr/>
          </p:nvSpPr>
          <p:spPr>
            <a:xfrm>
              <a:off x="2266920" y="38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6" name="Google Shape;1652;p20"/>
            <p:cNvSpPr/>
            <p:nvPr/>
          </p:nvSpPr>
          <p:spPr>
            <a:xfrm>
              <a:off x="2359440" y="38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7" name="Google Shape;1653;p20"/>
            <p:cNvSpPr/>
            <p:nvPr/>
          </p:nvSpPr>
          <p:spPr>
            <a:xfrm>
              <a:off x="2451600" y="38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8" name="Google Shape;1654;p20"/>
            <p:cNvSpPr/>
            <p:nvPr/>
          </p:nvSpPr>
          <p:spPr>
            <a:xfrm>
              <a:off x="2544120" y="38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9" name="Google Shape;1655;p20"/>
            <p:cNvSpPr/>
            <p:nvPr/>
          </p:nvSpPr>
          <p:spPr>
            <a:xfrm>
              <a:off x="2636640" y="38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70" name="PlaceHolder 1"/>
          <p:cNvSpPr>
            <a:spLocks noGrp="1"/>
          </p:cNvSpPr>
          <p:nvPr>
            <p:ph type="title"/>
          </p:nvPr>
        </p:nvSpPr>
        <p:spPr>
          <a:xfrm>
            <a:off x="713160" y="539280"/>
            <a:ext cx="7717320" cy="572400"/>
          </a:xfrm>
          <a:prstGeom prst="rect">
            <a:avLst/>
          </a:prstGeom>
          <a:noFill/>
          <a:ln w="0">
            <a:noFill/>
          </a:ln>
          <a:effectLst>
            <a:outerShdw blurRad="142920" rotWithShape="0">
              <a:srgbClr val="8FFFFF">
                <a:alpha val="50000"/>
              </a:srgbClr>
            </a:outerShdw>
          </a:effectLst>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ECTION_HEADER">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971" name="Google Shape;128;p3"/>
          <p:cNvGrpSpPr/>
          <p:nvPr/>
        </p:nvGrpSpPr>
        <p:grpSpPr>
          <a:xfrm>
            <a:off x="0" y="0"/>
            <a:ext cx="9143280" cy="5142960"/>
            <a:chOff x="0" y="0"/>
            <a:chExt cx="9143280" cy="5142960"/>
          </a:xfrm>
        </p:grpSpPr>
        <p:sp>
          <p:nvSpPr>
            <p:cNvPr id="972" name="Google Shape;129;p3"/>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3" name="Google Shape;130;p3"/>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4" name="Google Shape;131;p3"/>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5" name="Google Shape;132;p3"/>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6" name="Google Shape;133;p3"/>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7" name="Google Shape;134;p3"/>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8" name="Google Shape;135;p3"/>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9" name="Google Shape;136;p3"/>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0" name="Google Shape;137;p3"/>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1" name="Google Shape;138;p3"/>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2" name="Google Shape;139;p3"/>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3" name="Google Shape;140;p3"/>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4" name="Google Shape;141;p3"/>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5" name="Google Shape;142;p3"/>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6" name="Google Shape;143;p3"/>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7" name="Google Shape;144;p3"/>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8" name="Google Shape;145;p3"/>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9" name="Google Shape;146;p3"/>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0" name="Google Shape;147;p3"/>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1" name="Google Shape;148;p3"/>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2" name="Google Shape;149;p3"/>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3" name="Google Shape;150;p3"/>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4" name="Google Shape;151;p3"/>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5" name="Google Shape;152;p3"/>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6" name="Google Shape;153;p3"/>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7" name="Google Shape;154;p3"/>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8" name="Google Shape;155;p3"/>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9" name="Google Shape;156;p3"/>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0" name="Google Shape;157;p3"/>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1" name="Google Shape;158;p3"/>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2" name="Google Shape;159;p3"/>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3" name="Google Shape;160;p3"/>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4" name="Google Shape;161;p3"/>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5" name="Google Shape;162;p3"/>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6" name="Google Shape;163;p3"/>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7" name="Google Shape;164;p3"/>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8" name="Google Shape;165;p3"/>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9" name="Google Shape;166;p3"/>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10" name="PlaceHolder 1"/>
          <p:cNvSpPr>
            <a:spLocks noGrp="1"/>
          </p:cNvSpPr>
          <p:nvPr>
            <p:ph type="title"/>
          </p:nvPr>
        </p:nvSpPr>
        <p:spPr>
          <a:xfrm>
            <a:off x="1208520" y="2089080"/>
            <a:ext cx="6726600" cy="841320"/>
          </a:xfrm>
          <a:prstGeom prst="rect">
            <a:avLst/>
          </a:prstGeom>
          <a:noFill/>
          <a:ln w="0">
            <a:noFill/>
          </a:ln>
          <a:effectLst>
            <a:outerShdw blurRad="142920" rotWithShape="0">
              <a:srgbClr val="8FFFFF">
                <a:alpha val="40000"/>
              </a:srgbClr>
            </a:outerShdw>
          </a:effectLst>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
        <p:nvSpPr>
          <p:cNvPr id="1011" name="PlaceHolder 2"/>
          <p:cNvSpPr>
            <a:spLocks noGrp="1"/>
          </p:cNvSpPr>
          <p:nvPr>
            <p:ph type="title"/>
          </p:nvPr>
        </p:nvSpPr>
        <p:spPr>
          <a:xfrm>
            <a:off x="3132360" y="1168560"/>
            <a:ext cx="2878920" cy="920520"/>
          </a:xfrm>
          <a:prstGeom prst="rect">
            <a:avLst/>
          </a:prstGeom>
          <a:noFill/>
          <a:ln w="0">
            <a:noFill/>
          </a:ln>
          <a:effectLst>
            <a:outerShdw blurRad="57240" rotWithShape="0">
              <a:srgbClr val="8FFFFF"/>
            </a:outerShdw>
          </a:effectLst>
        </p:spPr>
        <p:txBody>
          <a:bodyPr lIns="91440" tIns="91440" rIns="91440" bIns="91440" anchor="ctr">
            <a:noAutofit/>
          </a:bodyPr>
          <a:lstStyle/>
          <a:p>
            <a:pPr indent="0" algn="ctr">
              <a:lnSpc>
                <a:spcPct val="100000"/>
              </a:lnSpc>
              <a:buNone/>
            </a:pPr>
            <a:r>
              <a:rPr lang="fr-FR" sz="8000" b="1" u="none" strike="noStrike">
                <a:solidFill>
                  <a:schemeClr val="accent2"/>
                </a:solidFill>
                <a:effectLst/>
                <a:uFillTx/>
                <a:latin typeface="Exo"/>
                <a:ea typeface="Exo"/>
              </a:rPr>
              <a:t>xx%</a:t>
            </a:r>
            <a:endParaRPr lang="fr-FR" sz="8000" b="0" u="none" strike="noStrike">
              <a:solidFill>
                <a:schemeClr val="dk1"/>
              </a:solidFill>
              <a:effectLst/>
              <a:uFillTx/>
              <a:latin typeface="Arial"/>
            </a:endParaRPr>
          </a:p>
        </p:txBody>
      </p:sp>
      <p:sp>
        <p:nvSpPr>
          <p:cNvPr id="1012" name="Google Shape;170;p3"/>
          <p:cNvSpPr/>
          <p:nvPr/>
        </p:nvSpPr>
        <p:spPr>
          <a:xfrm rot="10800000" flipH="1">
            <a:off x="7847280" y="4125960"/>
            <a:ext cx="586440" cy="1284120"/>
          </a:xfrm>
          <a:prstGeom prst="flowChartOffpageConnector">
            <a:avLst/>
          </a:prstGeom>
          <a:gradFill rotWithShape="0">
            <a:gsLst>
              <a:gs pos="0">
                <a:srgbClr val="1D2875"/>
              </a:gs>
              <a:gs pos="100000">
                <a:srgbClr val="151B46"/>
              </a:gs>
            </a:gsLst>
            <a:lin ang="5394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13" name="Google Shape;171;p3"/>
          <p:cNvGrpSpPr/>
          <p:nvPr/>
        </p:nvGrpSpPr>
        <p:grpSpPr>
          <a:xfrm>
            <a:off x="8020080" y="4450680"/>
            <a:ext cx="241560" cy="883080"/>
            <a:chOff x="8020080" y="4450680"/>
            <a:chExt cx="241560" cy="883080"/>
          </a:xfrm>
        </p:grpSpPr>
        <p:sp>
          <p:nvSpPr>
            <p:cNvPr id="1014" name="Google Shape;172;p3"/>
            <p:cNvSpPr/>
            <p:nvPr/>
          </p:nvSpPr>
          <p:spPr>
            <a:xfrm rot="5400000" flipV="1">
              <a:off x="8064720" y="4405680"/>
              <a:ext cx="151920" cy="241560"/>
            </a:xfrm>
            <a:custGeom>
              <a:avLst/>
              <a:gdLst>
                <a:gd name="textAreaLeft" fmla="*/ 0 w 151920"/>
                <a:gd name="textAreaRight" fmla="*/ 152280 w 151920"/>
                <a:gd name="textAreaTop" fmla="*/ -360 h 241560"/>
                <a:gd name="textAreaBottom" fmla="*/ 24156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5" name="Google Shape;173;p3"/>
            <p:cNvSpPr/>
            <p:nvPr/>
          </p:nvSpPr>
          <p:spPr>
            <a:xfrm rot="5400000" flipV="1">
              <a:off x="8065440" y="455292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6" name="Google Shape;174;p3"/>
            <p:cNvSpPr/>
            <p:nvPr/>
          </p:nvSpPr>
          <p:spPr>
            <a:xfrm rot="5400000" flipV="1">
              <a:off x="8065440" y="469908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7" name="Google Shape;175;p3"/>
            <p:cNvSpPr/>
            <p:nvPr/>
          </p:nvSpPr>
          <p:spPr>
            <a:xfrm rot="5400000" flipV="1">
              <a:off x="8065440" y="484524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8" name="Google Shape;176;p3"/>
            <p:cNvSpPr/>
            <p:nvPr/>
          </p:nvSpPr>
          <p:spPr>
            <a:xfrm rot="5400000" flipV="1">
              <a:off x="8065440" y="499140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9" name="Google Shape;177;p3"/>
            <p:cNvSpPr/>
            <p:nvPr/>
          </p:nvSpPr>
          <p:spPr>
            <a:xfrm rot="5400000" flipV="1">
              <a:off x="8065440" y="513756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20" name="Google Shape;178;p3"/>
          <p:cNvSpPr/>
          <p:nvPr/>
        </p:nvSpPr>
        <p:spPr>
          <a:xfrm flipH="1">
            <a:off x="8088840" y="1535760"/>
            <a:ext cx="1994400" cy="67680"/>
          </a:xfrm>
          <a:prstGeom prst="roundRect">
            <a:avLst>
              <a:gd name="adj" fmla="val 50000"/>
            </a:avLst>
          </a:prstGeom>
          <a:gradFill rotWithShape="0">
            <a:gsLst>
              <a:gs pos="0">
                <a:srgbClr val="151B46"/>
              </a:gs>
              <a:gs pos="100000">
                <a:srgbClr val="8FFFFF"/>
              </a:gs>
            </a:gsLst>
            <a:lin ang="8100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21" name="Google Shape;179;p3"/>
          <p:cNvGrpSpPr/>
          <p:nvPr/>
        </p:nvGrpSpPr>
        <p:grpSpPr>
          <a:xfrm>
            <a:off x="8658720" y="2349000"/>
            <a:ext cx="1822680" cy="196560"/>
            <a:chOff x="8658720" y="2349000"/>
            <a:chExt cx="1822680" cy="196560"/>
          </a:xfrm>
        </p:grpSpPr>
        <p:sp>
          <p:nvSpPr>
            <p:cNvPr id="1022" name="Google Shape;180;p3"/>
            <p:cNvSpPr/>
            <p:nvPr/>
          </p:nvSpPr>
          <p:spPr>
            <a:xfrm>
              <a:off x="8757720" y="2395440"/>
              <a:ext cx="1723680" cy="150120"/>
            </a:xfrm>
            <a:custGeom>
              <a:avLst/>
              <a:gdLst>
                <a:gd name="textAreaLeft" fmla="*/ 0 w 1723680"/>
                <a:gd name="textAreaRight" fmla="*/ 172404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3" name="Google Shape;181;p3"/>
            <p:cNvSpPr/>
            <p:nvPr/>
          </p:nvSpPr>
          <p:spPr>
            <a:xfrm>
              <a:off x="8658720" y="23490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4" name="Google Shape;182;p3"/>
            <p:cNvSpPr/>
            <p:nvPr/>
          </p:nvSpPr>
          <p:spPr>
            <a:xfrm>
              <a:off x="8683560" y="23738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25" name="Google Shape;183;p3"/>
          <p:cNvSpPr/>
          <p:nvPr/>
        </p:nvSpPr>
        <p:spPr>
          <a:xfrm rot="5400000">
            <a:off x="8206560" y="-34884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6" name="Google Shape;184;p3"/>
          <p:cNvSpPr/>
          <p:nvPr/>
        </p:nvSpPr>
        <p:spPr>
          <a:xfrm>
            <a:off x="16920" y="864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27" name="Google Shape;185;p3"/>
          <p:cNvGrpSpPr/>
          <p:nvPr/>
        </p:nvGrpSpPr>
        <p:grpSpPr>
          <a:xfrm>
            <a:off x="-270720" y="314280"/>
            <a:ext cx="1520280" cy="301680"/>
            <a:chOff x="-270720" y="314280"/>
            <a:chExt cx="1520280" cy="301680"/>
          </a:xfrm>
        </p:grpSpPr>
        <p:sp>
          <p:nvSpPr>
            <p:cNvPr id="1028" name="Google Shape;186;p3"/>
            <p:cNvSpPr/>
            <p:nvPr/>
          </p:nvSpPr>
          <p:spPr>
            <a:xfrm rot="16200000">
              <a:off x="384120" y="-202680"/>
              <a:ext cx="209160" cy="1335240"/>
            </a:xfrm>
            <a:custGeom>
              <a:avLst/>
              <a:gdLst>
                <a:gd name="textAreaLeft" fmla="*/ 0 w 209160"/>
                <a:gd name="textAreaRight" fmla="*/ 209520 w 209160"/>
                <a:gd name="textAreaTop" fmla="*/ 0 h 1335240"/>
                <a:gd name="textAreaBottom" fmla="*/ 1335600 h 1335240"/>
              </a:gdLst>
              <a:ahLst/>
              <a:cxnLst/>
              <a:rect l="textAreaLeft" t="textAreaTop" r="textAreaRight" b="textAreaBottom"/>
              <a:pathLst>
                <a:path w="6719" h="42862" fill="none">
                  <a:moveTo>
                    <a:pt x="0" y="42862"/>
                  </a:moveTo>
                  <a:lnTo>
                    <a:pt x="0" y="23799"/>
                  </a:lnTo>
                  <a:lnTo>
                    <a:pt x="6718" y="17056"/>
                  </a:lnTo>
                  <a:lnTo>
                    <a:pt x="6718"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9" name="Google Shape;187;p3"/>
            <p:cNvSpPr/>
            <p:nvPr/>
          </p:nvSpPr>
          <p:spPr>
            <a:xfrm rot="16200000">
              <a:off x="-270720" y="31428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0" name="Google Shape;188;p3"/>
            <p:cNvSpPr/>
            <p:nvPr/>
          </p:nvSpPr>
          <p:spPr>
            <a:xfrm rot="16200000">
              <a:off x="-246960" y="33912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1" name="Google Shape;189;p3"/>
            <p:cNvSpPr/>
            <p:nvPr/>
          </p:nvSpPr>
          <p:spPr>
            <a:xfrm rot="16200000">
              <a:off x="1158120" y="5245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2" name="Google Shape;190;p3"/>
            <p:cNvSpPr/>
            <p:nvPr/>
          </p:nvSpPr>
          <p:spPr>
            <a:xfrm rot="16200000">
              <a:off x="1182600" y="5486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33" name="Google Shape;191;p3"/>
          <p:cNvGrpSpPr/>
          <p:nvPr/>
        </p:nvGrpSpPr>
        <p:grpSpPr>
          <a:xfrm>
            <a:off x="5134680" y="4950360"/>
            <a:ext cx="1520640" cy="301680"/>
            <a:chOff x="5134680" y="4950360"/>
            <a:chExt cx="1520640" cy="301680"/>
          </a:xfrm>
        </p:grpSpPr>
        <p:sp>
          <p:nvSpPr>
            <p:cNvPr id="1034" name="Google Shape;192;p3"/>
            <p:cNvSpPr/>
            <p:nvPr/>
          </p:nvSpPr>
          <p:spPr>
            <a:xfrm>
              <a:off x="5228280" y="499680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5" name="Google Shape;193;p3"/>
            <p:cNvSpPr/>
            <p:nvPr/>
          </p:nvSpPr>
          <p:spPr>
            <a:xfrm>
              <a:off x="6563880" y="51606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6" name="Google Shape;194;p3"/>
            <p:cNvSpPr/>
            <p:nvPr/>
          </p:nvSpPr>
          <p:spPr>
            <a:xfrm>
              <a:off x="6587640" y="518508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7" name="Google Shape;195;p3"/>
            <p:cNvSpPr/>
            <p:nvPr/>
          </p:nvSpPr>
          <p:spPr>
            <a:xfrm>
              <a:off x="5134680" y="495036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8" name="Google Shape;196;p3"/>
            <p:cNvSpPr/>
            <p:nvPr/>
          </p:nvSpPr>
          <p:spPr>
            <a:xfrm>
              <a:off x="5158800" y="49752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39" name="Google Shape;197;p3"/>
          <p:cNvGrpSpPr/>
          <p:nvPr/>
        </p:nvGrpSpPr>
        <p:grpSpPr>
          <a:xfrm>
            <a:off x="8419680" y="3307320"/>
            <a:ext cx="1105920" cy="133560"/>
            <a:chOff x="8419680" y="3307320"/>
            <a:chExt cx="1105920" cy="133560"/>
          </a:xfrm>
        </p:grpSpPr>
        <p:grpSp>
          <p:nvGrpSpPr>
            <p:cNvPr id="1040" name="Google Shape;198;p3"/>
            <p:cNvGrpSpPr/>
            <p:nvPr/>
          </p:nvGrpSpPr>
          <p:grpSpPr>
            <a:xfrm>
              <a:off x="8419680" y="3390120"/>
              <a:ext cx="883080" cy="50760"/>
              <a:chOff x="8419680" y="3390120"/>
              <a:chExt cx="883080" cy="50760"/>
            </a:xfrm>
          </p:grpSpPr>
          <p:sp>
            <p:nvSpPr>
              <p:cNvPr id="1041" name="Google Shape;199;p3"/>
              <p:cNvSpPr/>
              <p:nvPr/>
            </p:nvSpPr>
            <p:spPr>
              <a:xfrm>
                <a:off x="8419680" y="3390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2" name="Google Shape;200;p3"/>
              <p:cNvSpPr/>
              <p:nvPr/>
            </p:nvSpPr>
            <p:spPr>
              <a:xfrm>
                <a:off x="8512200" y="3390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3" name="Google Shape;201;p3"/>
              <p:cNvSpPr/>
              <p:nvPr/>
            </p:nvSpPr>
            <p:spPr>
              <a:xfrm>
                <a:off x="8604720" y="3390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4" name="Google Shape;202;p3"/>
              <p:cNvSpPr/>
              <p:nvPr/>
            </p:nvSpPr>
            <p:spPr>
              <a:xfrm>
                <a:off x="8697240" y="3390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5" name="Google Shape;203;p3"/>
              <p:cNvSpPr/>
              <p:nvPr/>
            </p:nvSpPr>
            <p:spPr>
              <a:xfrm>
                <a:off x="8789760" y="3390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6" name="Google Shape;204;p3"/>
              <p:cNvSpPr/>
              <p:nvPr/>
            </p:nvSpPr>
            <p:spPr>
              <a:xfrm>
                <a:off x="8882280" y="3390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7" name="Google Shape;205;p3"/>
              <p:cNvSpPr/>
              <p:nvPr/>
            </p:nvSpPr>
            <p:spPr>
              <a:xfrm>
                <a:off x="8974440" y="3390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8" name="Google Shape;206;p3"/>
              <p:cNvSpPr/>
              <p:nvPr/>
            </p:nvSpPr>
            <p:spPr>
              <a:xfrm>
                <a:off x="9066960" y="3390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9" name="Google Shape;207;p3"/>
              <p:cNvSpPr/>
              <p:nvPr/>
            </p:nvSpPr>
            <p:spPr>
              <a:xfrm>
                <a:off x="9159480" y="3390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0" name="Google Shape;208;p3"/>
              <p:cNvSpPr/>
              <p:nvPr/>
            </p:nvSpPr>
            <p:spPr>
              <a:xfrm>
                <a:off x="9252000" y="3390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51" name="Google Shape;209;p3"/>
            <p:cNvGrpSpPr/>
            <p:nvPr/>
          </p:nvGrpSpPr>
          <p:grpSpPr>
            <a:xfrm>
              <a:off x="8642520" y="3307320"/>
              <a:ext cx="883080" cy="50760"/>
              <a:chOff x="8642520" y="3307320"/>
              <a:chExt cx="883080" cy="50760"/>
            </a:xfrm>
          </p:grpSpPr>
          <p:sp>
            <p:nvSpPr>
              <p:cNvPr id="1052" name="Google Shape;210;p3"/>
              <p:cNvSpPr/>
              <p:nvPr/>
            </p:nvSpPr>
            <p:spPr>
              <a:xfrm>
                <a:off x="8642520" y="3307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3" name="Google Shape;211;p3"/>
              <p:cNvSpPr/>
              <p:nvPr/>
            </p:nvSpPr>
            <p:spPr>
              <a:xfrm>
                <a:off x="8735040" y="3307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4" name="Google Shape;212;p3"/>
              <p:cNvSpPr/>
              <p:nvPr/>
            </p:nvSpPr>
            <p:spPr>
              <a:xfrm>
                <a:off x="8827560" y="3307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5" name="Google Shape;213;p3"/>
              <p:cNvSpPr/>
              <p:nvPr/>
            </p:nvSpPr>
            <p:spPr>
              <a:xfrm>
                <a:off x="8919720" y="3307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6" name="Google Shape;214;p3"/>
              <p:cNvSpPr/>
              <p:nvPr/>
            </p:nvSpPr>
            <p:spPr>
              <a:xfrm>
                <a:off x="9012240" y="3307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7" name="Google Shape;215;p3"/>
              <p:cNvSpPr/>
              <p:nvPr/>
            </p:nvSpPr>
            <p:spPr>
              <a:xfrm>
                <a:off x="9104760" y="3307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8" name="Google Shape;216;p3"/>
              <p:cNvSpPr/>
              <p:nvPr/>
            </p:nvSpPr>
            <p:spPr>
              <a:xfrm>
                <a:off x="9197280" y="3307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9" name="Google Shape;217;p3"/>
              <p:cNvSpPr/>
              <p:nvPr/>
            </p:nvSpPr>
            <p:spPr>
              <a:xfrm>
                <a:off x="9289800" y="3307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0" name="Google Shape;218;p3"/>
              <p:cNvSpPr/>
              <p:nvPr/>
            </p:nvSpPr>
            <p:spPr>
              <a:xfrm>
                <a:off x="9382320" y="3307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1" name="Google Shape;219;p3"/>
              <p:cNvSpPr/>
              <p:nvPr/>
            </p:nvSpPr>
            <p:spPr>
              <a:xfrm>
                <a:off x="9474840" y="3307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062" name="Google Shape;220;p3"/>
          <p:cNvSpPr/>
          <p:nvPr/>
        </p:nvSpPr>
        <p:spPr>
          <a:xfrm>
            <a:off x="-1414440" y="402372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3" name="Google Shape;221;p3"/>
          <p:cNvSpPr/>
          <p:nvPr/>
        </p:nvSpPr>
        <p:spPr>
          <a:xfrm>
            <a:off x="-1111320" y="374436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64" name="Google Shape;222;p3"/>
          <p:cNvGrpSpPr/>
          <p:nvPr/>
        </p:nvGrpSpPr>
        <p:grpSpPr>
          <a:xfrm>
            <a:off x="-154800" y="2431440"/>
            <a:ext cx="882720" cy="241560"/>
            <a:chOff x="-154800" y="2431440"/>
            <a:chExt cx="882720" cy="241560"/>
          </a:xfrm>
        </p:grpSpPr>
        <p:sp>
          <p:nvSpPr>
            <p:cNvPr id="1065" name="Google Shape;223;p3"/>
            <p:cNvSpPr/>
            <p:nvPr/>
          </p:nvSpPr>
          <p:spPr>
            <a:xfrm rot="10800000">
              <a:off x="576000" y="243144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6" name="Google Shape;224;p3"/>
            <p:cNvSpPr/>
            <p:nvPr/>
          </p:nvSpPr>
          <p:spPr>
            <a:xfrm rot="10800000">
              <a:off x="430200" y="2431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7" name="Google Shape;225;p3"/>
            <p:cNvSpPr/>
            <p:nvPr/>
          </p:nvSpPr>
          <p:spPr>
            <a:xfrm rot="10800000">
              <a:off x="284040" y="2431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8" name="Google Shape;226;p3"/>
            <p:cNvSpPr/>
            <p:nvPr/>
          </p:nvSpPr>
          <p:spPr>
            <a:xfrm rot="10800000">
              <a:off x="137520" y="2431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9" name="Google Shape;227;p3"/>
            <p:cNvSpPr/>
            <p:nvPr/>
          </p:nvSpPr>
          <p:spPr>
            <a:xfrm rot="10800000">
              <a:off x="-8280" y="2431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0" name="Google Shape;228;p3"/>
            <p:cNvSpPr/>
            <p:nvPr/>
          </p:nvSpPr>
          <p:spPr>
            <a:xfrm rot="10800000">
              <a:off x="-154440" y="2431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_5">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071" name="Google Shape;1658;p21"/>
          <p:cNvGrpSpPr/>
          <p:nvPr/>
        </p:nvGrpSpPr>
        <p:grpSpPr>
          <a:xfrm>
            <a:off x="0" y="0"/>
            <a:ext cx="9143280" cy="5142960"/>
            <a:chOff x="0" y="0"/>
            <a:chExt cx="9143280" cy="5142960"/>
          </a:xfrm>
        </p:grpSpPr>
        <p:sp>
          <p:nvSpPr>
            <p:cNvPr id="1072" name="Google Shape;1659;p21"/>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3" name="Google Shape;1660;p21"/>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4" name="Google Shape;1661;p21"/>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5" name="Google Shape;1662;p21"/>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6" name="Google Shape;1663;p21"/>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7" name="Google Shape;1664;p21"/>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8" name="Google Shape;1665;p21"/>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9" name="Google Shape;1666;p21"/>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0" name="Google Shape;1667;p21"/>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1" name="Google Shape;1668;p21"/>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2" name="Google Shape;1669;p21"/>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3" name="Google Shape;1670;p21"/>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4" name="Google Shape;1671;p21"/>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5" name="Google Shape;1672;p21"/>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6" name="Google Shape;1673;p21"/>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7" name="Google Shape;1674;p21"/>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8" name="Google Shape;1675;p21"/>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9" name="Google Shape;1676;p21"/>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0" name="Google Shape;1677;p21"/>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1" name="Google Shape;1678;p21"/>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2" name="Google Shape;1679;p21"/>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3" name="Google Shape;1680;p21"/>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4" name="Google Shape;1681;p21"/>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5" name="Google Shape;1682;p21"/>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6" name="Google Shape;1683;p21"/>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7" name="Google Shape;1684;p21"/>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8" name="Google Shape;1685;p21"/>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9" name="Google Shape;1686;p21"/>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0" name="Google Shape;1687;p21"/>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1" name="Google Shape;1688;p21"/>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2" name="Google Shape;1689;p21"/>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3" name="Google Shape;1690;p21"/>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4" name="Google Shape;1691;p21"/>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5" name="Google Shape;1692;p21"/>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6" name="Google Shape;1693;p21"/>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7" name="Google Shape;1694;p21"/>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8" name="Google Shape;1695;p21"/>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9" name="Google Shape;1696;p21"/>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110" name="PlaceHolder 1"/>
          <p:cNvSpPr>
            <a:spLocks noGrp="1"/>
          </p:cNvSpPr>
          <p:nvPr>
            <p:ph type="title"/>
          </p:nvPr>
        </p:nvSpPr>
        <p:spPr>
          <a:xfrm>
            <a:off x="713160" y="539280"/>
            <a:ext cx="7717320" cy="572400"/>
          </a:xfrm>
          <a:prstGeom prst="rect">
            <a:avLst/>
          </a:prstGeom>
          <a:noFill/>
          <a:ln w="0">
            <a:noFill/>
          </a:ln>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
        <p:nvSpPr>
          <p:cNvPr id="1111" name="PlaceHolder 2"/>
          <p:cNvSpPr>
            <a:spLocks noGrp="1"/>
          </p:cNvSpPr>
          <p:nvPr>
            <p:ph type="title"/>
          </p:nvPr>
        </p:nvSpPr>
        <p:spPr>
          <a:xfrm>
            <a:off x="755640" y="2900880"/>
            <a:ext cx="226512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112" name="PlaceHolder 3"/>
          <p:cNvSpPr>
            <a:spLocks noGrp="1"/>
          </p:cNvSpPr>
          <p:nvPr>
            <p:ph type="title"/>
          </p:nvPr>
        </p:nvSpPr>
        <p:spPr>
          <a:xfrm>
            <a:off x="3443760" y="2900880"/>
            <a:ext cx="226512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113" name="PlaceHolder 4"/>
          <p:cNvSpPr>
            <a:spLocks noGrp="1"/>
          </p:cNvSpPr>
          <p:nvPr>
            <p:ph type="title"/>
          </p:nvPr>
        </p:nvSpPr>
        <p:spPr>
          <a:xfrm>
            <a:off x="6132600" y="2900880"/>
            <a:ext cx="226512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grpSp>
        <p:nvGrpSpPr>
          <p:cNvPr id="1114" name="Google Shape;1704;p21"/>
          <p:cNvGrpSpPr/>
          <p:nvPr/>
        </p:nvGrpSpPr>
        <p:grpSpPr>
          <a:xfrm>
            <a:off x="-360" y="-76320"/>
            <a:ext cx="586440" cy="1284120"/>
            <a:chOff x="-360" y="-76320"/>
            <a:chExt cx="586440" cy="1284120"/>
          </a:xfrm>
        </p:grpSpPr>
        <p:sp>
          <p:nvSpPr>
            <p:cNvPr id="1115" name="Google Shape;1705;p21"/>
            <p:cNvSpPr/>
            <p:nvPr/>
          </p:nvSpPr>
          <p:spPr>
            <a:xfrm flipH="1">
              <a:off x="-720" y="-7632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16" name="Google Shape;1706;p21"/>
            <p:cNvGrpSpPr/>
            <p:nvPr/>
          </p:nvGrpSpPr>
          <p:grpSpPr>
            <a:xfrm>
              <a:off x="172800" y="0"/>
              <a:ext cx="241560" cy="883080"/>
              <a:chOff x="172800" y="0"/>
              <a:chExt cx="241560" cy="883080"/>
            </a:xfrm>
          </p:grpSpPr>
          <p:sp>
            <p:nvSpPr>
              <p:cNvPr id="1117" name="Google Shape;1707;p21"/>
              <p:cNvSpPr/>
              <p:nvPr/>
            </p:nvSpPr>
            <p:spPr>
              <a:xfrm rot="16200000" flipV="1">
                <a:off x="217440" y="686160"/>
                <a:ext cx="151920" cy="241560"/>
              </a:xfrm>
              <a:custGeom>
                <a:avLst/>
                <a:gdLst>
                  <a:gd name="textAreaLeft" fmla="*/ 0 w 151920"/>
                  <a:gd name="textAreaRight" fmla="*/ 152280 w 151920"/>
                  <a:gd name="textAreaTop" fmla="*/ -360 h 241560"/>
                  <a:gd name="textAreaBottom" fmla="*/ 24156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8" name="Google Shape;1708;p21"/>
              <p:cNvSpPr/>
              <p:nvPr/>
            </p:nvSpPr>
            <p:spPr>
              <a:xfrm rot="16200000" flipV="1">
                <a:off x="218160" y="53928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9" name="Google Shape;1709;p21"/>
              <p:cNvSpPr/>
              <p:nvPr/>
            </p:nvSpPr>
            <p:spPr>
              <a:xfrm rot="16200000" flipV="1">
                <a:off x="218160" y="39276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0" name="Google Shape;1710;p21"/>
              <p:cNvSpPr/>
              <p:nvPr/>
            </p:nvSpPr>
            <p:spPr>
              <a:xfrm rot="16200000" flipV="1">
                <a:off x="218160" y="24660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1" name="Google Shape;1711;p21"/>
              <p:cNvSpPr/>
              <p:nvPr/>
            </p:nvSpPr>
            <p:spPr>
              <a:xfrm rot="16200000" flipV="1">
                <a:off x="218160" y="10044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2" name="Google Shape;1712;p21"/>
              <p:cNvSpPr/>
              <p:nvPr/>
            </p:nvSpPr>
            <p:spPr>
              <a:xfrm rot="16200000" flipV="1">
                <a:off x="218160" y="-4536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123" name="Google Shape;1713;p21"/>
          <p:cNvGrpSpPr/>
          <p:nvPr/>
        </p:nvGrpSpPr>
        <p:grpSpPr>
          <a:xfrm>
            <a:off x="-172080" y="1892520"/>
            <a:ext cx="552600" cy="98640"/>
            <a:chOff x="-172080" y="1892520"/>
            <a:chExt cx="552600" cy="98640"/>
          </a:xfrm>
        </p:grpSpPr>
        <p:sp>
          <p:nvSpPr>
            <p:cNvPr id="1124" name="Google Shape;1714;p21"/>
            <p:cNvSpPr/>
            <p:nvPr/>
          </p:nvSpPr>
          <p:spPr>
            <a:xfrm rot="5400000">
              <a:off x="281880" y="189252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5" name="Google Shape;1715;p21"/>
            <p:cNvSpPr/>
            <p:nvPr/>
          </p:nvSpPr>
          <p:spPr>
            <a:xfrm rot="5400000">
              <a:off x="308520" y="191952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6" name="Google Shape;1716;p21"/>
            <p:cNvSpPr/>
            <p:nvPr/>
          </p:nvSpPr>
          <p:spPr>
            <a:xfrm rot="5400000">
              <a:off x="-172080" y="18954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7" name="Google Shape;1717;p21"/>
            <p:cNvSpPr/>
            <p:nvPr/>
          </p:nvSpPr>
          <p:spPr>
            <a:xfrm rot="5400000">
              <a:off x="-148320" y="191952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8" name="Google Shape;1718;p21"/>
            <p:cNvSpPr/>
            <p:nvPr/>
          </p:nvSpPr>
          <p:spPr>
            <a:xfrm rot="5400000">
              <a:off x="103680" y="175680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129" name="Google Shape;1719;p21"/>
          <p:cNvSpPr/>
          <p:nvPr/>
        </p:nvSpPr>
        <p:spPr>
          <a:xfrm rot="16200000">
            <a:off x="348840" y="401904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30" name="Google Shape;1720;p21"/>
          <p:cNvGrpSpPr/>
          <p:nvPr/>
        </p:nvGrpSpPr>
        <p:grpSpPr>
          <a:xfrm>
            <a:off x="8670240" y="3693240"/>
            <a:ext cx="296280" cy="1822320"/>
            <a:chOff x="8670240" y="3693240"/>
            <a:chExt cx="296280" cy="1822320"/>
          </a:xfrm>
        </p:grpSpPr>
        <p:sp>
          <p:nvSpPr>
            <p:cNvPr id="1131" name="Google Shape;1721;p21"/>
            <p:cNvSpPr/>
            <p:nvPr/>
          </p:nvSpPr>
          <p:spPr>
            <a:xfrm rot="5400000" flipV="1">
              <a:off x="8029440" y="4578480"/>
              <a:ext cx="1723680" cy="150120"/>
            </a:xfrm>
            <a:custGeom>
              <a:avLst/>
              <a:gdLst>
                <a:gd name="textAreaLeft" fmla="*/ 0 w 1723680"/>
                <a:gd name="textAreaRight" fmla="*/ 1724040 w 1723680"/>
                <a:gd name="textAreaTop" fmla="*/ -360 h 150120"/>
                <a:gd name="textAreaBottom" fmla="*/ 15012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2" name="Google Shape;1722;p21"/>
            <p:cNvSpPr/>
            <p:nvPr/>
          </p:nvSpPr>
          <p:spPr>
            <a:xfrm rot="5400000" flipV="1">
              <a:off x="8670240" y="428940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3" name="Google Shape;1723;p21"/>
            <p:cNvSpPr/>
            <p:nvPr/>
          </p:nvSpPr>
          <p:spPr>
            <a:xfrm rot="5400000" flipV="1">
              <a:off x="8694720" y="431388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4">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4" name="Google Shape;1724;p21"/>
            <p:cNvSpPr/>
            <p:nvPr/>
          </p:nvSpPr>
          <p:spPr>
            <a:xfrm rot="5400000" flipV="1">
              <a:off x="8769960" y="369324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5" name="Google Shape;1725;p21"/>
            <p:cNvSpPr/>
            <p:nvPr/>
          </p:nvSpPr>
          <p:spPr>
            <a:xfrm rot="5400000" flipV="1">
              <a:off x="8794440" y="371736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6" name="Google Shape;1726;p21"/>
            <p:cNvSpPr/>
            <p:nvPr/>
          </p:nvSpPr>
          <p:spPr>
            <a:xfrm rot="5400000" flipV="1">
              <a:off x="8236800" y="4860000"/>
              <a:ext cx="1134360" cy="174960"/>
            </a:xfrm>
            <a:custGeom>
              <a:avLst/>
              <a:gdLst>
                <a:gd name="textAreaLeft" fmla="*/ 0 w 1134360"/>
                <a:gd name="textAreaRight" fmla="*/ 1134720 w 1134360"/>
                <a:gd name="textAreaTop" fmla="*/ 360 h 174960"/>
                <a:gd name="textAreaBottom" fmla="*/ 175680 h 174960"/>
              </a:gdLst>
              <a:ahLst/>
              <a:cxnLst/>
              <a:rect l="textAreaLeft" t="textAreaTop" r="textAreaRight" b="textAreaBottom"/>
              <a:pathLst>
                <a:path w="36417" h="5628" fill="none">
                  <a:moveTo>
                    <a:pt x="0" y="0"/>
                  </a:moveTo>
                  <a:lnTo>
                    <a:pt x="6049" y="0"/>
                  </a:lnTo>
                  <a:lnTo>
                    <a:pt x="8379" y="2330"/>
                  </a:lnTo>
                  <a:lnTo>
                    <a:pt x="11676" y="5627"/>
                  </a:lnTo>
                  <a:lnTo>
                    <a:pt x="36416" y="5627"/>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37" name="Google Shape;1727;p21"/>
          <p:cNvGrpSpPr/>
          <p:nvPr/>
        </p:nvGrpSpPr>
        <p:grpSpPr>
          <a:xfrm>
            <a:off x="7120440" y="-108000"/>
            <a:ext cx="1520640" cy="301680"/>
            <a:chOff x="7120440" y="-108000"/>
            <a:chExt cx="1520640" cy="301680"/>
          </a:xfrm>
        </p:grpSpPr>
        <p:sp>
          <p:nvSpPr>
            <p:cNvPr id="1138" name="Google Shape;1728;p21"/>
            <p:cNvSpPr/>
            <p:nvPr/>
          </p:nvSpPr>
          <p:spPr>
            <a:xfrm flipH="1">
              <a:off x="7211880" y="-61560"/>
              <a:ext cx="1335240" cy="209160"/>
            </a:xfrm>
            <a:custGeom>
              <a:avLst/>
              <a:gdLst>
                <a:gd name="textAreaLeft" fmla="*/ -360 w 1335240"/>
                <a:gd name="textAreaRight" fmla="*/ 133524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9" name="Google Shape;1729;p21"/>
            <p:cNvSpPr/>
            <p:nvPr/>
          </p:nvSpPr>
          <p:spPr>
            <a:xfrm flipH="1">
              <a:off x="7120440" y="10224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0" name="Google Shape;1730;p21"/>
            <p:cNvSpPr/>
            <p:nvPr/>
          </p:nvSpPr>
          <p:spPr>
            <a:xfrm flipH="1">
              <a:off x="7144560" y="12672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1" name="Google Shape;1731;p21"/>
            <p:cNvSpPr/>
            <p:nvPr/>
          </p:nvSpPr>
          <p:spPr>
            <a:xfrm flipH="1">
              <a:off x="8549640" y="-108000"/>
              <a:ext cx="91440" cy="92520"/>
            </a:xfrm>
            <a:custGeom>
              <a:avLst/>
              <a:gdLst>
                <a:gd name="textAreaLeft" fmla="*/ 360 w 91440"/>
                <a:gd name="textAreaRight" fmla="*/ 9216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2" name="Google Shape;1732;p21"/>
            <p:cNvSpPr/>
            <p:nvPr/>
          </p:nvSpPr>
          <p:spPr>
            <a:xfrm flipH="1">
              <a:off x="8573760" y="-83160"/>
              <a:ext cx="42840" cy="42840"/>
            </a:xfrm>
            <a:custGeom>
              <a:avLst/>
              <a:gdLst>
                <a:gd name="textAreaLeft" fmla="*/ -360 w 42840"/>
                <a:gd name="textAreaRight" fmla="*/ 4284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43" name="Google Shape;1733;p21"/>
          <p:cNvGrpSpPr/>
          <p:nvPr/>
        </p:nvGrpSpPr>
        <p:grpSpPr>
          <a:xfrm>
            <a:off x="8455320" y="1287360"/>
            <a:ext cx="882720" cy="241560"/>
            <a:chOff x="8455320" y="1287360"/>
            <a:chExt cx="882720" cy="241560"/>
          </a:xfrm>
        </p:grpSpPr>
        <p:sp>
          <p:nvSpPr>
            <p:cNvPr id="1144" name="Google Shape;1734;p21"/>
            <p:cNvSpPr/>
            <p:nvPr/>
          </p:nvSpPr>
          <p:spPr>
            <a:xfrm>
              <a:off x="8455320" y="128736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5" name="Google Shape;1735;p21"/>
            <p:cNvSpPr/>
            <p:nvPr/>
          </p:nvSpPr>
          <p:spPr>
            <a:xfrm>
              <a:off x="8602560" y="12873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6" name="Google Shape;1736;p21"/>
            <p:cNvSpPr/>
            <p:nvPr/>
          </p:nvSpPr>
          <p:spPr>
            <a:xfrm>
              <a:off x="8748720" y="12873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7" name="Google Shape;1737;p21"/>
            <p:cNvSpPr/>
            <p:nvPr/>
          </p:nvSpPr>
          <p:spPr>
            <a:xfrm>
              <a:off x="8894880" y="12873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8" name="Google Shape;1738;p21"/>
            <p:cNvSpPr/>
            <p:nvPr/>
          </p:nvSpPr>
          <p:spPr>
            <a:xfrm>
              <a:off x="9041400" y="12873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9" name="Google Shape;1739;p21"/>
            <p:cNvSpPr/>
            <p:nvPr/>
          </p:nvSpPr>
          <p:spPr>
            <a:xfrm>
              <a:off x="9187560" y="12873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_6">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150" name="Google Shape;1741;p22"/>
          <p:cNvGrpSpPr/>
          <p:nvPr/>
        </p:nvGrpSpPr>
        <p:grpSpPr>
          <a:xfrm>
            <a:off x="0" y="0"/>
            <a:ext cx="9143280" cy="5142960"/>
            <a:chOff x="0" y="0"/>
            <a:chExt cx="9143280" cy="5142960"/>
          </a:xfrm>
        </p:grpSpPr>
        <p:sp>
          <p:nvSpPr>
            <p:cNvPr id="1151" name="Google Shape;1742;p22"/>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2" name="Google Shape;1743;p22"/>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3" name="Google Shape;1744;p22"/>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4" name="Google Shape;1745;p22"/>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5" name="Google Shape;1746;p22"/>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6" name="Google Shape;1747;p22"/>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7" name="Google Shape;1748;p22"/>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8" name="Google Shape;1749;p22"/>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9" name="Google Shape;1750;p22"/>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0" name="Google Shape;1751;p22"/>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1" name="Google Shape;1752;p22"/>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2" name="Google Shape;1753;p22"/>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3" name="Google Shape;1754;p22"/>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4" name="Google Shape;1755;p22"/>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5" name="Google Shape;1756;p22"/>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6" name="Google Shape;1757;p22"/>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7" name="Google Shape;1758;p22"/>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8" name="Google Shape;1759;p22"/>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9" name="Google Shape;1760;p22"/>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0" name="Google Shape;1761;p22"/>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1" name="Google Shape;1762;p22"/>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2" name="Google Shape;1763;p22"/>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3" name="Google Shape;1764;p22"/>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4" name="Google Shape;1765;p22"/>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5" name="Google Shape;1766;p22"/>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6" name="Google Shape;1767;p22"/>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7" name="Google Shape;1768;p22"/>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8" name="Google Shape;1769;p22"/>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9" name="Google Shape;1770;p22"/>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0" name="Google Shape;1771;p22"/>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1" name="Google Shape;1772;p22"/>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2" name="Google Shape;1773;p22"/>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3" name="Google Shape;1774;p22"/>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4" name="Google Shape;1775;p22"/>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5" name="Google Shape;1776;p22"/>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6" name="Google Shape;1777;p22"/>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7" name="Google Shape;1778;p22"/>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8" name="Google Shape;1779;p22"/>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189" name="PlaceHolder 1"/>
          <p:cNvSpPr>
            <a:spLocks noGrp="1"/>
          </p:cNvSpPr>
          <p:nvPr>
            <p:ph type="title"/>
          </p:nvPr>
        </p:nvSpPr>
        <p:spPr>
          <a:xfrm>
            <a:off x="2246400" y="1636200"/>
            <a:ext cx="201888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190" name="PlaceHolder 2"/>
          <p:cNvSpPr>
            <a:spLocks noGrp="1"/>
          </p:cNvSpPr>
          <p:nvPr>
            <p:ph type="title"/>
          </p:nvPr>
        </p:nvSpPr>
        <p:spPr>
          <a:xfrm>
            <a:off x="6172560" y="1636200"/>
            <a:ext cx="201888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191" name="PlaceHolder 3"/>
          <p:cNvSpPr>
            <a:spLocks noGrp="1"/>
          </p:cNvSpPr>
          <p:nvPr>
            <p:ph type="title"/>
          </p:nvPr>
        </p:nvSpPr>
        <p:spPr>
          <a:xfrm>
            <a:off x="2204280" y="3315240"/>
            <a:ext cx="210348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192" name="PlaceHolder 4"/>
          <p:cNvSpPr>
            <a:spLocks noGrp="1"/>
          </p:cNvSpPr>
          <p:nvPr>
            <p:ph type="title"/>
          </p:nvPr>
        </p:nvSpPr>
        <p:spPr>
          <a:xfrm>
            <a:off x="6172560" y="3315240"/>
            <a:ext cx="201888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193" name="Google Shape;1788;p22"/>
          <p:cNvSpPr/>
          <p:nvPr/>
        </p:nvSpPr>
        <p:spPr>
          <a:xfrm>
            <a:off x="0" y="-9936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94" name="Google Shape;1789;p22"/>
          <p:cNvGrpSpPr/>
          <p:nvPr/>
        </p:nvGrpSpPr>
        <p:grpSpPr>
          <a:xfrm>
            <a:off x="-500760" y="161280"/>
            <a:ext cx="1520640" cy="301680"/>
            <a:chOff x="-500760" y="161280"/>
            <a:chExt cx="1520640" cy="301680"/>
          </a:xfrm>
        </p:grpSpPr>
        <p:sp>
          <p:nvSpPr>
            <p:cNvPr id="1195" name="Google Shape;1790;p22"/>
            <p:cNvSpPr/>
            <p:nvPr/>
          </p:nvSpPr>
          <p:spPr>
            <a:xfrm>
              <a:off x="-407160" y="20772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6" name="Google Shape;1791;p22"/>
            <p:cNvSpPr/>
            <p:nvPr/>
          </p:nvSpPr>
          <p:spPr>
            <a:xfrm>
              <a:off x="928440" y="3715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7" name="Google Shape;1792;p22"/>
            <p:cNvSpPr/>
            <p:nvPr/>
          </p:nvSpPr>
          <p:spPr>
            <a:xfrm>
              <a:off x="952200" y="39600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8" name="Google Shape;1793;p22"/>
            <p:cNvSpPr/>
            <p:nvPr/>
          </p:nvSpPr>
          <p:spPr>
            <a:xfrm>
              <a:off x="-500760" y="16128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9" name="Google Shape;1794;p22"/>
            <p:cNvSpPr/>
            <p:nvPr/>
          </p:nvSpPr>
          <p:spPr>
            <a:xfrm>
              <a:off x="-476640" y="18612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00" name="Google Shape;1795;p22"/>
          <p:cNvGrpSpPr/>
          <p:nvPr/>
        </p:nvGrpSpPr>
        <p:grpSpPr>
          <a:xfrm>
            <a:off x="-141480" y="2229120"/>
            <a:ext cx="552600" cy="98640"/>
            <a:chOff x="-141480" y="2229120"/>
            <a:chExt cx="552600" cy="98640"/>
          </a:xfrm>
        </p:grpSpPr>
        <p:sp>
          <p:nvSpPr>
            <p:cNvPr id="1201" name="Google Shape;1796;p22"/>
            <p:cNvSpPr/>
            <p:nvPr/>
          </p:nvSpPr>
          <p:spPr>
            <a:xfrm rot="5400000">
              <a:off x="312480" y="222912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2" name="Google Shape;1797;p22"/>
            <p:cNvSpPr/>
            <p:nvPr/>
          </p:nvSpPr>
          <p:spPr>
            <a:xfrm rot="5400000">
              <a:off x="339120" y="225612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3" name="Google Shape;1798;p22"/>
            <p:cNvSpPr/>
            <p:nvPr/>
          </p:nvSpPr>
          <p:spPr>
            <a:xfrm rot="5400000">
              <a:off x="-141480" y="22323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4" name="Google Shape;1799;p22"/>
            <p:cNvSpPr/>
            <p:nvPr/>
          </p:nvSpPr>
          <p:spPr>
            <a:xfrm rot="5400000">
              <a:off x="-117720" y="225612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5" name="Google Shape;1800;p22"/>
            <p:cNvSpPr/>
            <p:nvPr/>
          </p:nvSpPr>
          <p:spPr>
            <a:xfrm rot="5400000">
              <a:off x="134640" y="209340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06" name="Google Shape;1801;p22"/>
          <p:cNvGrpSpPr/>
          <p:nvPr/>
        </p:nvGrpSpPr>
        <p:grpSpPr>
          <a:xfrm>
            <a:off x="5072400" y="4999680"/>
            <a:ext cx="1822680" cy="196560"/>
            <a:chOff x="5072400" y="4999680"/>
            <a:chExt cx="1822680" cy="196560"/>
          </a:xfrm>
        </p:grpSpPr>
        <p:sp>
          <p:nvSpPr>
            <p:cNvPr id="1207" name="Google Shape;1802;p22"/>
            <p:cNvSpPr/>
            <p:nvPr/>
          </p:nvSpPr>
          <p:spPr>
            <a:xfrm flipH="1">
              <a:off x="5072400" y="5046120"/>
              <a:ext cx="1723680" cy="150120"/>
            </a:xfrm>
            <a:custGeom>
              <a:avLst/>
              <a:gdLst>
                <a:gd name="textAreaLeft" fmla="*/ 360 w 1723680"/>
                <a:gd name="textAreaRight" fmla="*/ 172440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8" name="Google Shape;1803;p22"/>
            <p:cNvSpPr/>
            <p:nvPr/>
          </p:nvSpPr>
          <p:spPr>
            <a:xfrm flipH="1">
              <a:off x="6803640" y="499968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9" name="Google Shape;1804;p22"/>
            <p:cNvSpPr/>
            <p:nvPr/>
          </p:nvSpPr>
          <p:spPr>
            <a:xfrm flipH="1">
              <a:off x="6826680" y="502452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10" name="Google Shape;1805;p22"/>
          <p:cNvSpPr/>
          <p:nvPr/>
        </p:nvSpPr>
        <p:spPr>
          <a:xfrm rot="16200000">
            <a:off x="348840" y="419616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11" name="Google Shape;1806;p22"/>
          <p:cNvGrpSpPr/>
          <p:nvPr/>
        </p:nvGrpSpPr>
        <p:grpSpPr>
          <a:xfrm>
            <a:off x="8792640" y="1541160"/>
            <a:ext cx="552600" cy="98640"/>
            <a:chOff x="8792640" y="1541160"/>
            <a:chExt cx="552600" cy="98640"/>
          </a:xfrm>
        </p:grpSpPr>
        <p:sp>
          <p:nvSpPr>
            <p:cNvPr id="1212" name="Google Shape;1807;p22"/>
            <p:cNvSpPr/>
            <p:nvPr/>
          </p:nvSpPr>
          <p:spPr>
            <a:xfrm rot="5400000">
              <a:off x="9246600" y="154116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3" name="Google Shape;1808;p22"/>
            <p:cNvSpPr/>
            <p:nvPr/>
          </p:nvSpPr>
          <p:spPr>
            <a:xfrm rot="5400000">
              <a:off x="9272880" y="156816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4" name="Google Shape;1809;p22"/>
            <p:cNvSpPr/>
            <p:nvPr/>
          </p:nvSpPr>
          <p:spPr>
            <a:xfrm rot="5400000">
              <a:off x="8792640" y="15444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5" name="Google Shape;1810;p22"/>
            <p:cNvSpPr/>
            <p:nvPr/>
          </p:nvSpPr>
          <p:spPr>
            <a:xfrm rot="5400000">
              <a:off x="8816400" y="15681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6" name="Google Shape;1811;p22"/>
            <p:cNvSpPr/>
            <p:nvPr/>
          </p:nvSpPr>
          <p:spPr>
            <a:xfrm rot="5400000">
              <a:off x="9068400" y="140544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17" name="Google Shape;1812;p22"/>
          <p:cNvSpPr/>
          <p:nvPr/>
        </p:nvSpPr>
        <p:spPr>
          <a:xfrm rot="5400000">
            <a:off x="8206560" y="-34884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18" name="Google Shape;1813;p22"/>
          <p:cNvGrpSpPr/>
          <p:nvPr/>
        </p:nvGrpSpPr>
        <p:grpSpPr>
          <a:xfrm>
            <a:off x="5072040" y="285120"/>
            <a:ext cx="1252800" cy="50760"/>
            <a:chOff x="5072040" y="285120"/>
            <a:chExt cx="1252800" cy="50760"/>
          </a:xfrm>
        </p:grpSpPr>
        <p:sp>
          <p:nvSpPr>
            <p:cNvPr id="1219" name="Google Shape;1814;p22"/>
            <p:cNvSpPr/>
            <p:nvPr/>
          </p:nvSpPr>
          <p:spPr>
            <a:xfrm>
              <a:off x="5072040" y="285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0" name="Google Shape;1815;p22"/>
            <p:cNvSpPr/>
            <p:nvPr/>
          </p:nvSpPr>
          <p:spPr>
            <a:xfrm>
              <a:off x="5164560" y="285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1" name="Google Shape;1816;p22"/>
            <p:cNvSpPr/>
            <p:nvPr/>
          </p:nvSpPr>
          <p:spPr>
            <a:xfrm>
              <a:off x="5257080" y="285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2" name="Google Shape;1817;p22"/>
            <p:cNvSpPr/>
            <p:nvPr/>
          </p:nvSpPr>
          <p:spPr>
            <a:xfrm>
              <a:off x="5349600" y="285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3" name="Google Shape;1818;p22"/>
            <p:cNvSpPr/>
            <p:nvPr/>
          </p:nvSpPr>
          <p:spPr>
            <a:xfrm>
              <a:off x="5442120" y="285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4" name="Google Shape;1819;p22"/>
            <p:cNvSpPr/>
            <p:nvPr/>
          </p:nvSpPr>
          <p:spPr>
            <a:xfrm>
              <a:off x="5534280" y="285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5" name="Google Shape;1820;p22"/>
            <p:cNvSpPr/>
            <p:nvPr/>
          </p:nvSpPr>
          <p:spPr>
            <a:xfrm>
              <a:off x="5626800" y="285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6" name="Google Shape;1821;p22"/>
            <p:cNvSpPr/>
            <p:nvPr/>
          </p:nvSpPr>
          <p:spPr>
            <a:xfrm>
              <a:off x="5719320" y="285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7" name="Google Shape;1822;p22"/>
            <p:cNvSpPr/>
            <p:nvPr/>
          </p:nvSpPr>
          <p:spPr>
            <a:xfrm>
              <a:off x="5811840" y="285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8" name="Google Shape;1823;p22"/>
            <p:cNvSpPr/>
            <p:nvPr/>
          </p:nvSpPr>
          <p:spPr>
            <a:xfrm>
              <a:off x="5904360" y="285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9" name="Google Shape;1824;p22"/>
            <p:cNvSpPr/>
            <p:nvPr/>
          </p:nvSpPr>
          <p:spPr>
            <a:xfrm>
              <a:off x="5996880" y="285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0" name="Google Shape;1825;p22"/>
            <p:cNvSpPr/>
            <p:nvPr/>
          </p:nvSpPr>
          <p:spPr>
            <a:xfrm>
              <a:off x="6089040" y="285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1" name="Google Shape;1826;p22"/>
            <p:cNvSpPr/>
            <p:nvPr/>
          </p:nvSpPr>
          <p:spPr>
            <a:xfrm>
              <a:off x="6181560" y="285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2" name="Google Shape;1827;p22"/>
            <p:cNvSpPr/>
            <p:nvPr/>
          </p:nvSpPr>
          <p:spPr>
            <a:xfrm>
              <a:off x="6274080" y="285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33" name="Google Shape;1828;p22"/>
          <p:cNvGrpSpPr/>
          <p:nvPr/>
        </p:nvGrpSpPr>
        <p:grpSpPr>
          <a:xfrm>
            <a:off x="8557560" y="3859560"/>
            <a:ext cx="586440" cy="1522440"/>
            <a:chOff x="8557560" y="3859560"/>
            <a:chExt cx="586440" cy="1522440"/>
          </a:xfrm>
        </p:grpSpPr>
        <p:sp>
          <p:nvSpPr>
            <p:cNvPr id="1234" name="Google Shape;1829;p22"/>
            <p:cNvSpPr/>
            <p:nvPr/>
          </p:nvSpPr>
          <p:spPr>
            <a:xfrm rot="10800000">
              <a:off x="8557560" y="385956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35" name="Google Shape;1830;p22"/>
            <p:cNvGrpSpPr/>
            <p:nvPr/>
          </p:nvGrpSpPr>
          <p:grpSpPr>
            <a:xfrm>
              <a:off x="8784000" y="4276440"/>
              <a:ext cx="133560" cy="1105560"/>
              <a:chOff x="8784000" y="4276440"/>
              <a:chExt cx="133560" cy="1105560"/>
            </a:xfrm>
          </p:grpSpPr>
          <p:grpSp>
            <p:nvGrpSpPr>
              <p:cNvPr id="1236" name="Google Shape;1831;p22"/>
              <p:cNvGrpSpPr/>
              <p:nvPr/>
            </p:nvGrpSpPr>
            <p:grpSpPr>
              <a:xfrm>
                <a:off x="8784000" y="4276440"/>
                <a:ext cx="50760" cy="882720"/>
                <a:chOff x="8784000" y="4276440"/>
                <a:chExt cx="50760" cy="882720"/>
              </a:xfrm>
            </p:grpSpPr>
            <p:sp>
              <p:nvSpPr>
                <p:cNvPr id="1237" name="Google Shape;1832;p22"/>
                <p:cNvSpPr/>
                <p:nvPr/>
              </p:nvSpPr>
              <p:spPr>
                <a:xfrm rot="5400000">
                  <a:off x="8784000" y="427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8" name="Google Shape;1833;p22"/>
                <p:cNvSpPr/>
                <p:nvPr/>
              </p:nvSpPr>
              <p:spPr>
                <a:xfrm rot="5400000">
                  <a:off x="8784000" y="4368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9" name="Google Shape;1834;p22"/>
                <p:cNvSpPr/>
                <p:nvPr/>
              </p:nvSpPr>
              <p:spPr>
                <a:xfrm rot="5400000">
                  <a:off x="8784000" y="44611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0" name="Google Shape;1835;p22"/>
                <p:cNvSpPr/>
                <p:nvPr/>
              </p:nvSpPr>
              <p:spPr>
                <a:xfrm rot="5400000">
                  <a:off x="8784000" y="4553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1" name="Google Shape;1836;p22"/>
                <p:cNvSpPr/>
                <p:nvPr/>
              </p:nvSpPr>
              <p:spPr>
                <a:xfrm rot="5400000">
                  <a:off x="8784000" y="46461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2" name="Google Shape;1837;p22"/>
                <p:cNvSpPr/>
                <p:nvPr/>
              </p:nvSpPr>
              <p:spPr>
                <a:xfrm rot="5400000">
                  <a:off x="8784000" y="47386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3" name="Google Shape;1838;p22"/>
                <p:cNvSpPr/>
                <p:nvPr/>
              </p:nvSpPr>
              <p:spPr>
                <a:xfrm rot="5400000">
                  <a:off x="8784000" y="4831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4" name="Google Shape;1839;p22"/>
                <p:cNvSpPr/>
                <p:nvPr/>
              </p:nvSpPr>
              <p:spPr>
                <a:xfrm rot="5400000">
                  <a:off x="8784000" y="49237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5" name="Google Shape;1840;p22"/>
                <p:cNvSpPr/>
                <p:nvPr/>
              </p:nvSpPr>
              <p:spPr>
                <a:xfrm rot="5400000">
                  <a:off x="8784000" y="5016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6" name="Google Shape;1841;p22"/>
                <p:cNvSpPr/>
                <p:nvPr/>
              </p:nvSpPr>
              <p:spPr>
                <a:xfrm rot="5400000">
                  <a:off x="8784000" y="51084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247" name="Google Shape;1842;p22"/>
              <p:cNvGrpSpPr/>
              <p:nvPr/>
            </p:nvGrpSpPr>
            <p:grpSpPr>
              <a:xfrm>
                <a:off x="8866800" y="4498920"/>
                <a:ext cx="50760" cy="883080"/>
                <a:chOff x="8866800" y="4498920"/>
                <a:chExt cx="50760" cy="883080"/>
              </a:xfrm>
            </p:grpSpPr>
            <p:sp>
              <p:nvSpPr>
                <p:cNvPr id="1248" name="Google Shape;1843;p22"/>
                <p:cNvSpPr/>
                <p:nvPr/>
              </p:nvSpPr>
              <p:spPr>
                <a:xfrm rot="5400000">
                  <a:off x="8866800" y="4498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9" name="Google Shape;1844;p22"/>
                <p:cNvSpPr/>
                <p:nvPr/>
              </p:nvSpPr>
              <p:spPr>
                <a:xfrm rot="5400000">
                  <a:off x="8866800" y="4591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0" name="Google Shape;1845;p22"/>
                <p:cNvSpPr/>
                <p:nvPr/>
              </p:nvSpPr>
              <p:spPr>
                <a:xfrm rot="5400000">
                  <a:off x="8866800" y="4683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1" name="Google Shape;1846;p22"/>
                <p:cNvSpPr/>
                <p:nvPr/>
              </p:nvSpPr>
              <p:spPr>
                <a:xfrm rot="5400000">
                  <a:off x="8866800" y="4776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2" name="Google Shape;1847;p22"/>
                <p:cNvSpPr/>
                <p:nvPr/>
              </p:nvSpPr>
              <p:spPr>
                <a:xfrm rot="5400000">
                  <a:off x="8866800" y="4869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3" name="Google Shape;1848;p22"/>
                <p:cNvSpPr/>
                <p:nvPr/>
              </p:nvSpPr>
              <p:spPr>
                <a:xfrm rot="5400000">
                  <a:off x="8866800" y="49615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4" name="Google Shape;1849;p22"/>
                <p:cNvSpPr/>
                <p:nvPr/>
              </p:nvSpPr>
              <p:spPr>
                <a:xfrm rot="5400000">
                  <a:off x="8866800" y="50536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5" name="Google Shape;1850;p22"/>
                <p:cNvSpPr/>
                <p:nvPr/>
              </p:nvSpPr>
              <p:spPr>
                <a:xfrm rot="5400000">
                  <a:off x="8866800" y="514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6" name="Google Shape;1851;p22"/>
                <p:cNvSpPr/>
                <p:nvPr/>
              </p:nvSpPr>
              <p:spPr>
                <a:xfrm rot="5400000">
                  <a:off x="8866800" y="52387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7" name="Google Shape;1852;p22"/>
                <p:cNvSpPr/>
                <p:nvPr/>
              </p:nvSpPr>
              <p:spPr>
                <a:xfrm rot="5400000">
                  <a:off x="8866800" y="5331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sp>
        <p:nvSpPr>
          <p:cNvPr id="1258" name="PlaceHolder 5"/>
          <p:cNvSpPr>
            <a:spLocks noGrp="1"/>
          </p:cNvSpPr>
          <p:nvPr>
            <p:ph type="title"/>
          </p:nvPr>
        </p:nvSpPr>
        <p:spPr>
          <a:xfrm>
            <a:off x="713160" y="539280"/>
            <a:ext cx="7717320" cy="572400"/>
          </a:xfrm>
          <a:prstGeom prst="rect">
            <a:avLst/>
          </a:prstGeom>
          <a:noFill/>
          <a:ln w="0">
            <a:noFill/>
          </a:ln>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_11">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616" name="Google Shape;2221;p26"/>
          <p:cNvGrpSpPr/>
          <p:nvPr/>
        </p:nvGrpSpPr>
        <p:grpSpPr>
          <a:xfrm>
            <a:off x="0" y="0"/>
            <a:ext cx="9143280" cy="5142960"/>
            <a:chOff x="0" y="0"/>
            <a:chExt cx="9143280" cy="5142960"/>
          </a:xfrm>
        </p:grpSpPr>
        <p:sp>
          <p:nvSpPr>
            <p:cNvPr id="1617" name="Google Shape;2222;p26"/>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8" name="Google Shape;2223;p26"/>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9" name="Google Shape;2224;p26"/>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0" name="Google Shape;2225;p26"/>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1" name="Google Shape;2226;p26"/>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2" name="Google Shape;2227;p26"/>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3" name="Google Shape;2228;p26"/>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4" name="Google Shape;2229;p26"/>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5" name="Google Shape;2230;p26"/>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6" name="Google Shape;2231;p26"/>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7" name="Google Shape;2232;p26"/>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8" name="Google Shape;2233;p26"/>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9" name="Google Shape;2234;p26"/>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0" name="Google Shape;2235;p26"/>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1" name="Google Shape;2236;p26"/>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2" name="Google Shape;2237;p26"/>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3" name="Google Shape;2238;p26"/>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4" name="Google Shape;2239;p26"/>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5" name="Google Shape;2240;p26"/>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6" name="Google Shape;2241;p26"/>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7" name="Google Shape;2242;p26"/>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8" name="Google Shape;2243;p26"/>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9" name="Google Shape;2244;p26"/>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0" name="Google Shape;2245;p26"/>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1" name="Google Shape;2246;p26"/>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2" name="Google Shape;2247;p26"/>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3" name="Google Shape;2248;p26"/>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4" name="Google Shape;2249;p26"/>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5" name="Google Shape;2250;p26"/>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6" name="Google Shape;2251;p26"/>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7" name="Google Shape;2252;p26"/>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8" name="Google Shape;2253;p26"/>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9" name="Google Shape;2254;p26"/>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0" name="Google Shape;2255;p26"/>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1" name="Google Shape;2256;p26"/>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2" name="Google Shape;2257;p26"/>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3" name="Google Shape;2258;p26"/>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4" name="Google Shape;2259;p26"/>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655" name="PlaceHolder 1"/>
          <p:cNvSpPr>
            <a:spLocks noGrp="1"/>
          </p:cNvSpPr>
          <p:nvPr>
            <p:ph type="title"/>
          </p:nvPr>
        </p:nvSpPr>
        <p:spPr>
          <a:xfrm>
            <a:off x="713160" y="539280"/>
            <a:ext cx="7717320" cy="572400"/>
          </a:xfrm>
          <a:prstGeom prst="rect">
            <a:avLst/>
          </a:prstGeom>
          <a:noFill/>
          <a:ln w="0">
            <a:noFill/>
          </a:ln>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
        <p:nvSpPr>
          <p:cNvPr id="1656" name="PlaceHolder 2"/>
          <p:cNvSpPr>
            <a:spLocks noGrp="1"/>
          </p:cNvSpPr>
          <p:nvPr>
            <p:ph type="title"/>
          </p:nvPr>
        </p:nvSpPr>
        <p:spPr>
          <a:xfrm>
            <a:off x="841320" y="2611080"/>
            <a:ext cx="2040120" cy="27396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657" name="PlaceHolder 3"/>
          <p:cNvSpPr>
            <a:spLocks noGrp="1"/>
          </p:cNvSpPr>
          <p:nvPr>
            <p:ph type="title"/>
          </p:nvPr>
        </p:nvSpPr>
        <p:spPr>
          <a:xfrm>
            <a:off x="744840" y="1668240"/>
            <a:ext cx="2233080" cy="78840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lgn="ctr">
              <a:lnSpc>
                <a:spcPct val="100000"/>
              </a:lnSpc>
              <a:buNone/>
            </a:pPr>
            <a:r>
              <a:rPr lang="fr-FR" sz="5500" b="1" u="none" strike="noStrike">
                <a:solidFill>
                  <a:schemeClr val="accent2"/>
                </a:solidFill>
                <a:effectLst/>
                <a:uFillTx/>
                <a:latin typeface="Exo"/>
                <a:ea typeface="Exo"/>
              </a:rPr>
              <a:t>xx%</a:t>
            </a:r>
            <a:endParaRPr lang="fr-FR" sz="5500" b="0" u="none" strike="noStrike">
              <a:solidFill>
                <a:schemeClr val="dk1"/>
              </a:solidFill>
              <a:effectLst/>
              <a:uFillTx/>
              <a:latin typeface="Arial"/>
            </a:endParaRPr>
          </a:p>
        </p:txBody>
      </p:sp>
      <p:sp>
        <p:nvSpPr>
          <p:cNvPr id="1658" name="PlaceHolder 4"/>
          <p:cNvSpPr>
            <a:spLocks noGrp="1"/>
          </p:cNvSpPr>
          <p:nvPr>
            <p:ph type="title"/>
          </p:nvPr>
        </p:nvSpPr>
        <p:spPr>
          <a:xfrm>
            <a:off x="3551760" y="2972880"/>
            <a:ext cx="2040120" cy="27396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659" name="PlaceHolder 5"/>
          <p:cNvSpPr>
            <a:spLocks noGrp="1"/>
          </p:cNvSpPr>
          <p:nvPr>
            <p:ph type="title"/>
          </p:nvPr>
        </p:nvSpPr>
        <p:spPr>
          <a:xfrm>
            <a:off x="3455280" y="2030040"/>
            <a:ext cx="2233080" cy="78840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lgn="ctr">
              <a:lnSpc>
                <a:spcPct val="100000"/>
              </a:lnSpc>
              <a:buNone/>
            </a:pPr>
            <a:r>
              <a:rPr lang="fr-FR" sz="5500" b="1" u="none" strike="noStrike">
                <a:solidFill>
                  <a:schemeClr val="accent2"/>
                </a:solidFill>
                <a:effectLst/>
                <a:uFillTx/>
                <a:latin typeface="Exo"/>
                <a:ea typeface="Exo"/>
              </a:rPr>
              <a:t>xx%</a:t>
            </a:r>
            <a:endParaRPr lang="fr-FR" sz="5500" b="0" u="none" strike="noStrike">
              <a:solidFill>
                <a:schemeClr val="dk1"/>
              </a:solidFill>
              <a:effectLst/>
              <a:uFillTx/>
              <a:latin typeface="Arial"/>
            </a:endParaRPr>
          </a:p>
        </p:txBody>
      </p:sp>
      <p:sp>
        <p:nvSpPr>
          <p:cNvPr id="1660" name="PlaceHolder 6"/>
          <p:cNvSpPr>
            <a:spLocks noGrp="1"/>
          </p:cNvSpPr>
          <p:nvPr>
            <p:ph type="title"/>
          </p:nvPr>
        </p:nvSpPr>
        <p:spPr>
          <a:xfrm>
            <a:off x="6261840" y="2611080"/>
            <a:ext cx="2040120" cy="27396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1661" name="PlaceHolder 7"/>
          <p:cNvSpPr>
            <a:spLocks noGrp="1"/>
          </p:cNvSpPr>
          <p:nvPr>
            <p:ph type="title"/>
          </p:nvPr>
        </p:nvSpPr>
        <p:spPr>
          <a:xfrm>
            <a:off x="6165360" y="1668240"/>
            <a:ext cx="2233080" cy="78840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lgn="ctr">
              <a:lnSpc>
                <a:spcPct val="100000"/>
              </a:lnSpc>
              <a:buNone/>
            </a:pPr>
            <a:r>
              <a:rPr lang="fr-FR" sz="5500" b="1" u="none" strike="noStrike">
                <a:solidFill>
                  <a:schemeClr val="accent2"/>
                </a:solidFill>
                <a:effectLst/>
                <a:uFillTx/>
                <a:latin typeface="Exo"/>
                <a:ea typeface="Exo"/>
              </a:rPr>
              <a:t>xx%</a:t>
            </a:r>
            <a:endParaRPr lang="fr-FR" sz="5500" b="0" u="none" strike="noStrike">
              <a:solidFill>
                <a:schemeClr val="dk1"/>
              </a:solidFill>
              <a:effectLst/>
              <a:uFillTx/>
              <a:latin typeface="Arial"/>
            </a:endParaRPr>
          </a:p>
        </p:txBody>
      </p:sp>
      <p:grpSp>
        <p:nvGrpSpPr>
          <p:cNvPr id="1662" name="Google Shape;2270;p26"/>
          <p:cNvGrpSpPr/>
          <p:nvPr/>
        </p:nvGrpSpPr>
        <p:grpSpPr>
          <a:xfrm>
            <a:off x="0" y="4336200"/>
            <a:ext cx="1284120" cy="586440"/>
            <a:chOff x="0" y="4336200"/>
            <a:chExt cx="1284120" cy="586440"/>
          </a:xfrm>
        </p:grpSpPr>
        <p:sp>
          <p:nvSpPr>
            <p:cNvPr id="1663" name="Google Shape;2271;p26"/>
            <p:cNvSpPr/>
            <p:nvPr/>
          </p:nvSpPr>
          <p:spPr>
            <a:xfrm rot="16200000">
              <a:off x="348840" y="398736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664" name="Google Shape;2272;p26"/>
            <p:cNvGrpSpPr/>
            <p:nvPr/>
          </p:nvGrpSpPr>
          <p:grpSpPr>
            <a:xfrm>
              <a:off x="360" y="4509000"/>
              <a:ext cx="882720" cy="241560"/>
              <a:chOff x="360" y="4509000"/>
              <a:chExt cx="882720" cy="241560"/>
            </a:xfrm>
          </p:grpSpPr>
          <p:sp>
            <p:nvSpPr>
              <p:cNvPr id="1665" name="Google Shape;2273;p26"/>
              <p:cNvSpPr/>
              <p:nvPr/>
            </p:nvSpPr>
            <p:spPr>
              <a:xfrm rot="10800000">
                <a:off x="731160" y="450900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6" name="Google Shape;2274;p26"/>
              <p:cNvSpPr/>
              <p:nvPr/>
            </p:nvSpPr>
            <p:spPr>
              <a:xfrm rot="10800000">
                <a:off x="585360" y="45090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7" name="Google Shape;2275;p26"/>
              <p:cNvSpPr/>
              <p:nvPr/>
            </p:nvSpPr>
            <p:spPr>
              <a:xfrm rot="10800000">
                <a:off x="439200" y="45090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8" name="Google Shape;2276;p26"/>
              <p:cNvSpPr/>
              <p:nvPr/>
            </p:nvSpPr>
            <p:spPr>
              <a:xfrm rot="10800000">
                <a:off x="293040" y="45090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9" name="Google Shape;2277;p26"/>
              <p:cNvSpPr/>
              <p:nvPr/>
            </p:nvSpPr>
            <p:spPr>
              <a:xfrm rot="10800000">
                <a:off x="146880" y="45090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0" name="Google Shape;2278;p26"/>
              <p:cNvSpPr/>
              <p:nvPr/>
            </p:nvSpPr>
            <p:spPr>
              <a:xfrm rot="10800000">
                <a:off x="360" y="45090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671" name="Google Shape;2279;p26"/>
          <p:cNvGrpSpPr/>
          <p:nvPr/>
        </p:nvGrpSpPr>
        <p:grpSpPr>
          <a:xfrm>
            <a:off x="1397880" y="-114480"/>
            <a:ext cx="1520640" cy="301680"/>
            <a:chOff x="1397880" y="-114480"/>
            <a:chExt cx="1520640" cy="301680"/>
          </a:xfrm>
        </p:grpSpPr>
        <p:sp>
          <p:nvSpPr>
            <p:cNvPr id="1672" name="Google Shape;2280;p26"/>
            <p:cNvSpPr/>
            <p:nvPr/>
          </p:nvSpPr>
          <p:spPr>
            <a:xfrm>
              <a:off x="1491480" y="-6804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3" name="Google Shape;2281;p26"/>
            <p:cNvSpPr/>
            <p:nvPr/>
          </p:nvSpPr>
          <p:spPr>
            <a:xfrm>
              <a:off x="2827080" y="957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4" name="Google Shape;2282;p26"/>
            <p:cNvSpPr/>
            <p:nvPr/>
          </p:nvSpPr>
          <p:spPr>
            <a:xfrm>
              <a:off x="2850840" y="12060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5" name="Google Shape;2283;p26"/>
            <p:cNvSpPr/>
            <p:nvPr/>
          </p:nvSpPr>
          <p:spPr>
            <a:xfrm>
              <a:off x="1397880" y="-11448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6" name="Google Shape;2284;p26"/>
            <p:cNvSpPr/>
            <p:nvPr/>
          </p:nvSpPr>
          <p:spPr>
            <a:xfrm>
              <a:off x="1422000" y="-896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677" name="Google Shape;2285;p26"/>
          <p:cNvGrpSpPr/>
          <p:nvPr/>
        </p:nvGrpSpPr>
        <p:grpSpPr>
          <a:xfrm>
            <a:off x="-141480" y="1750680"/>
            <a:ext cx="552600" cy="98640"/>
            <a:chOff x="-141480" y="1750680"/>
            <a:chExt cx="552600" cy="98640"/>
          </a:xfrm>
        </p:grpSpPr>
        <p:sp>
          <p:nvSpPr>
            <p:cNvPr id="1678" name="Google Shape;2286;p26"/>
            <p:cNvSpPr/>
            <p:nvPr/>
          </p:nvSpPr>
          <p:spPr>
            <a:xfrm rot="5400000">
              <a:off x="312480" y="175068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9" name="Google Shape;2287;p26"/>
            <p:cNvSpPr/>
            <p:nvPr/>
          </p:nvSpPr>
          <p:spPr>
            <a:xfrm rot="5400000">
              <a:off x="339120" y="17776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0" name="Google Shape;2288;p26"/>
            <p:cNvSpPr/>
            <p:nvPr/>
          </p:nvSpPr>
          <p:spPr>
            <a:xfrm rot="5400000">
              <a:off x="-141480" y="17535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1" name="Google Shape;2289;p26"/>
            <p:cNvSpPr/>
            <p:nvPr/>
          </p:nvSpPr>
          <p:spPr>
            <a:xfrm rot="5400000">
              <a:off x="-117720" y="177768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2" name="Google Shape;2290;p26"/>
            <p:cNvSpPr/>
            <p:nvPr/>
          </p:nvSpPr>
          <p:spPr>
            <a:xfrm rot="5400000">
              <a:off x="134640" y="161496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683" name="Google Shape;2291;p26"/>
          <p:cNvSpPr/>
          <p:nvPr/>
        </p:nvSpPr>
        <p:spPr>
          <a:xfrm>
            <a:off x="0" y="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4" name="Google Shape;2292;p26"/>
          <p:cNvSpPr/>
          <p:nvPr/>
        </p:nvSpPr>
        <p:spPr>
          <a:xfrm>
            <a:off x="-1281600" y="379080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5" name="Google Shape;2293;p26"/>
          <p:cNvSpPr/>
          <p:nvPr/>
        </p:nvSpPr>
        <p:spPr>
          <a:xfrm rot="10800000">
            <a:off x="8557560" y="385956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6" name="Google Shape;2294;p26"/>
          <p:cNvSpPr/>
          <p:nvPr/>
        </p:nvSpPr>
        <p:spPr>
          <a:xfrm rot="5400000">
            <a:off x="8206560" y="-34884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687" name="Google Shape;2295;p26"/>
          <p:cNvGrpSpPr/>
          <p:nvPr/>
        </p:nvGrpSpPr>
        <p:grpSpPr>
          <a:xfrm>
            <a:off x="7812720" y="883440"/>
            <a:ext cx="1520640" cy="301680"/>
            <a:chOff x="7812720" y="883440"/>
            <a:chExt cx="1520640" cy="301680"/>
          </a:xfrm>
        </p:grpSpPr>
        <p:sp>
          <p:nvSpPr>
            <p:cNvPr id="1688" name="Google Shape;2296;p26"/>
            <p:cNvSpPr/>
            <p:nvPr/>
          </p:nvSpPr>
          <p:spPr>
            <a:xfrm>
              <a:off x="7906320" y="92988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9" name="Google Shape;2297;p26"/>
            <p:cNvSpPr/>
            <p:nvPr/>
          </p:nvSpPr>
          <p:spPr>
            <a:xfrm>
              <a:off x="9241920" y="109368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0" name="Google Shape;2298;p26"/>
            <p:cNvSpPr/>
            <p:nvPr/>
          </p:nvSpPr>
          <p:spPr>
            <a:xfrm>
              <a:off x="9265680" y="111816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1" name="Google Shape;2299;p26"/>
            <p:cNvSpPr/>
            <p:nvPr/>
          </p:nvSpPr>
          <p:spPr>
            <a:xfrm>
              <a:off x="7812720" y="88344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2" name="Google Shape;2300;p26"/>
            <p:cNvSpPr/>
            <p:nvPr/>
          </p:nvSpPr>
          <p:spPr>
            <a:xfrm>
              <a:off x="7836840" y="90828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693" name="Google Shape;2301;p26"/>
          <p:cNvGrpSpPr/>
          <p:nvPr/>
        </p:nvGrpSpPr>
        <p:grpSpPr>
          <a:xfrm>
            <a:off x="7911360" y="4536000"/>
            <a:ext cx="1520280" cy="301680"/>
            <a:chOff x="7911360" y="4536000"/>
            <a:chExt cx="1520280" cy="301680"/>
          </a:xfrm>
        </p:grpSpPr>
        <p:sp>
          <p:nvSpPr>
            <p:cNvPr id="1694" name="Google Shape;2302;p26"/>
            <p:cNvSpPr/>
            <p:nvPr/>
          </p:nvSpPr>
          <p:spPr>
            <a:xfrm rot="5400000">
              <a:off x="8567640" y="4019400"/>
              <a:ext cx="209160" cy="1335240"/>
            </a:xfrm>
            <a:custGeom>
              <a:avLst/>
              <a:gdLst>
                <a:gd name="textAreaLeft" fmla="*/ 0 w 209160"/>
                <a:gd name="textAreaRight" fmla="*/ 209520 w 209160"/>
                <a:gd name="textAreaTop" fmla="*/ 0 h 1335240"/>
                <a:gd name="textAreaBottom" fmla="*/ 1335600 h 1335240"/>
              </a:gdLst>
              <a:ahLst/>
              <a:cxnLst/>
              <a:rect l="textAreaLeft" t="textAreaTop" r="textAreaRight" b="textAreaBottom"/>
              <a:pathLst>
                <a:path w="6719" h="42862" fill="none">
                  <a:moveTo>
                    <a:pt x="0" y="42862"/>
                  </a:moveTo>
                  <a:lnTo>
                    <a:pt x="0" y="23799"/>
                  </a:lnTo>
                  <a:lnTo>
                    <a:pt x="6718" y="17056"/>
                  </a:lnTo>
                  <a:lnTo>
                    <a:pt x="6718"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5" name="Google Shape;2303;p26"/>
            <p:cNvSpPr/>
            <p:nvPr/>
          </p:nvSpPr>
          <p:spPr>
            <a:xfrm rot="5400000">
              <a:off x="9340200" y="4746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6" name="Google Shape;2304;p26"/>
            <p:cNvSpPr/>
            <p:nvPr/>
          </p:nvSpPr>
          <p:spPr>
            <a:xfrm rot="5400000">
              <a:off x="9365040" y="47703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7" name="Google Shape;2305;p26"/>
            <p:cNvSpPr/>
            <p:nvPr/>
          </p:nvSpPr>
          <p:spPr>
            <a:xfrm rot="5400000">
              <a:off x="7911360" y="45360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8" name="Google Shape;2306;p26"/>
            <p:cNvSpPr/>
            <p:nvPr/>
          </p:nvSpPr>
          <p:spPr>
            <a:xfrm rot="5400000">
              <a:off x="7935480" y="456120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BLANK_2">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699" name="Google Shape;2308;p27"/>
          <p:cNvGrpSpPr/>
          <p:nvPr/>
        </p:nvGrpSpPr>
        <p:grpSpPr>
          <a:xfrm>
            <a:off x="0" y="0"/>
            <a:ext cx="9143280" cy="5142960"/>
            <a:chOff x="0" y="0"/>
            <a:chExt cx="9143280" cy="5142960"/>
          </a:xfrm>
        </p:grpSpPr>
        <p:sp>
          <p:nvSpPr>
            <p:cNvPr id="1700" name="Google Shape;2309;p27"/>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1" name="Google Shape;2310;p27"/>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2" name="Google Shape;2311;p27"/>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3" name="Google Shape;2312;p27"/>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4" name="Google Shape;2313;p27"/>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5" name="Google Shape;2314;p27"/>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6" name="Google Shape;2315;p27"/>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7" name="Google Shape;2316;p27"/>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8" name="Google Shape;2317;p27"/>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9" name="Google Shape;2318;p27"/>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0" name="Google Shape;2319;p27"/>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1" name="Google Shape;2320;p27"/>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2" name="Google Shape;2321;p27"/>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3" name="Google Shape;2322;p27"/>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4" name="Google Shape;2323;p27"/>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5" name="Google Shape;2324;p27"/>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6" name="Google Shape;2325;p27"/>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7" name="Google Shape;2326;p27"/>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8" name="Google Shape;2327;p27"/>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9" name="Google Shape;2328;p27"/>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0" name="Google Shape;2329;p27"/>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1" name="Google Shape;2330;p27"/>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2" name="Google Shape;2331;p27"/>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3" name="Google Shape;2332;p27"/>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4" name="Google Shape;2333;p27"/>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5" name="Google Shape;2334;p27"/>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6" name="Google Shape;2335;p27"/>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7" name="Google Shape;2336;p27"/>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8" name="Google Shape;2337;p27"/>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9" name="Google Shape;2338;p27"/>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0" name="Google Shape;2339;p27"/>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1" name="Google Shape;2340;p27"/>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2" name="Google Shape;2341;p27"/>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3" name="Google Shape;2342;p27"/>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4" name="Google Shape;2343;p27"/>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5" name="Google Shape;2344;p27"/>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6" name="Google Shape;2345;p27"/>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7" name="Google Shape;2346;p27"/>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738" name="PlaceHolder 1"/>
          <p:cNvSpPr>
            <a:spLocks noGrp="1"/>
          </p:cNvSpPr>
          <p:nvPr>
            <p:ph type="title"/>
          </p:nvPr>
        </p:nvSpPr>
        <p:spPr>
          <a:xfrm>
            <a:off x="2335680" y="758160"/>
            <a:ext cx="4472280" cy="95508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buNone/>
            </a:pPr>
            <a:r>
              <a:rPr lang="fr-FR" sz="7000" b="0" u="none" strike="noStrike">
                <a:solidFill>
                  <a:schemeClr val="dk1"/>
                </a:solidFill>
                <a:effectLst/>
                <a:uFillTx/>
                <a:latin typeface="Arial"/>
              </a:rPr>
              <a:t>Click to edit the title text format</a:t>
            </a:r>
          </a:p>
        </p:txBody>
      </p:sp>
      <p:sp>
        <p:nvSpPr>
          <p:cNvPr id="1739" name="Google Shape;2349;p27"/>
          <p:cNvSpPr/>
          <p:nvPr/>
        </p:nvSpPr>
        <p:spPr>
          <a:xfrm>
            <a:off x="2532600" y="3327840"/>
            <a:ext cx="4078800" cy="6411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tabLst>
                <a:tab pos="0" algn="l"/>
              </a:tabLst>
            </a:pPr>
            <a:r>
              <a:rPr lang="en" sz="1200" b="1" u="none" strike="noStrike">
                <a:solidFill>
                  <a:schemeClr val="accent2"/>
                </a:solidFill>
                <a:effectLst/>
                <a:uFillTx/>
                <a:latin typeface="PT Sans"/>
                <a:ea typeface="PT Sans"/>
              </a:rPr>
              <a:t>Credits:</a:t>
            </a:r>
            <a:r>
              <a:rPr lang="en" sz="1200" b="0" u="none" strike="noStrike">
                <a:solidFill>
                  <a:schemeClr val="accent2"/>
                </a:solidFill>
                <a:effectLst/>
                <a:uFillTx/>
                <a:latin typeface="PT Sans"/>
                <a:ea typeface="PT Sans"/>
              </a:rPr>
              <a:t> </a:t>
            </a:r>
            <a:r>
              <a:rPr lang="en" sz="1200" b="0" u="none" strike="noStrike">
                <a:solidFill>
                  <a:schemeClr val="lt1"/>
                </a:solidFill>
                <a:effectLst/>
                <a:uFillTx/>
                <a:latin typeface="PT Sans"/>
                <a:ea typeface="PT Sans"/>
              </a:rPr>
              <a:t>This presentation template was created by </a:t>
            </a:r>
            <a:r>
              <a:rPr lang="en" sz="1200" b="1" u="sng" strike="noStrike">
                <a:solidFill>
                  <a:schemeClr val="accent2"/>
                </a:solidFill>
                <a:effectLst/>
                <a:uFillTx/>
                <a:latin typeface="PT Sans"/>
                <a:ea typeface="PT Sans"/>
                <a:hlinkClick r:id="rId2"/>
              </a:rPr>
              <a:t>Slidesgo</a:t>
            </a:r>
            <a:r>
              <a:rPr lang="en" sz="1200" b="0" u="none" strike="noStrike">
                <a:solidFill>
                  <a:schemeClr val="lt1"/>
                </a:solidFill>
                <a:effectLst/>
                <a:uFillTx/>
                <a:latin typeface="PT Sans"/>
                <a:ea typeface="PT Sans"/>
              </a:rPr>
              <a:t>, including icons, infographics &amp; images by </a:t>
            </a:r>
            <a:r>
              <a:rPr lang="en" sz="1200" b="1" u="sng" strike="noStrike">
                <a:solidFill>
                  <a:schemeClr val="accent2"/>
                </a:solidFill>
                <a:effectLst/>
                <a:uFillTx/>
                <a:latin typeface="PT Sans"/>
                <a:ea typeface="PT Sans"/>
                <a:hlinkClick r:id="rId3"/>
              </a:rPr>
              <a:t>Freepik</a:t>
            </a:r>
            <a:endParaRPr lang="en-US" sz="1200" b="0" u="none" strike="noStrike">
              <a:solidFill>
                <a:srgbClr val="FFFFFF"/>
              </a:solidFill>
              <a:effectLst/>
              <a:uFillTx/>
              <a:latin typeface="OpenSymbol"/>
            </a:endParaRPr>
          </a:p>
        </p:txBody>
      </p:sp>
      <p:sp>
        <p:nvSpPr>
          <p:cNvPr id="1740" name="Google Shape;2350;p27"/>
          <p:cNvSpPr/>
          <p:nvPr/>
        </p:nvSpPr>
        <p:spPr>
          <a:xfrm rot="10800000">
            <a:off x="360" y="385956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41" name="Google Shape;2351;p27"/>
          <p:cNvGrpSpPr/>
          <p:nvPr/>
        </p:nvGrpSpPr>
        <p:grpSpPr>
          <a:xfrm>
            <a:off x="0" y="607320"/>
            <a:ext cx="1284120" cy="586440"/>
            <a:chOff x="0" y="607320"/>
            <a:chExt cx="1284120" cy="586440"/>
          </a:xfrm>
        </p:grpSpPr>
        <p:sp>
          <p:nvSpPr>
            <p:cNvPr id="1742" name="Google Shape;2352;p27"/>
            <p:cNvSpPr/>
            <p:nvPr/>
          </p:nvSpPr>
          <p:spPr>
            <a:xfrm rot="16200000">
              <a:off x="348840" y="25848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43" name="Google Shape;2353;p27"/>
            <p:cNvGrpSpPr/>
            <p:nvPr/>
          </p:nvGrpSpPr>
          <p:grpSpPr>
            <a:xfrm>
              <a:off x="360" y="779760"/>
              <a:ext cx="882720" cy="241560"/>
              <a:chOff x="360" y="779760"/>
              <a:chExt cx="882720" cy="241560"/>
            </a:xfrm>
          </p:grpSpPr>
          <p:sp>
            <p:nvSpPr>
              <p:cNvPr id="1744" name="Google Shape;2354;p27"/>
              <p:cNvSpPr/>
              <p:nvPr/>
            </p:nvSpPr>
            <p:spPr>
              <a:xfrm rot="10800000">
                <a:off x="731160" y="77976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5" name="Google Shape;2355;p27"/>
              <p:cNvSpPr/>
              <p:nvPr/>
            </p:nvSpPr>
            <p:spPr>
              <a:xfrm rot="10800000">
                <a:off x="58536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6" name="Google Shape;2356;p27"/>
              <p:cNvSpPr/>
              <p:nvPr/>
            </p:nvSpPr>
            <p:spPr>
              <a:xfrm rot="10800000">
                <a:off x="43920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7" name="Google Shape;2357;p27"/>
              <p:cNvSpPr/>
              <p:nvPr/>
            </p:nvSpPr>
            <p:spPr>
              <a:xfrm rot="10800000">
                <a:off x="29304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8" name="Google Shape;2358;p27"/>
              <p:cNvSpPr/>
              <p:nvPr/>
            </p:nvSpPr>
            <p:spPr>
              <a:xfrm rot="10800000">
                <a:off x="14688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9" name="Google Shape;2359;p27"/>
              <p:cNvSpPr/>
              <p:nvPr/>
            </p:nvSpPr>
            <p:spPr>
              <a:xfrm rot="10800000">
                <a:off x="36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750" name="Google Shape;2360;p27"/>
          <p:cNvGrpSpPr/>
          <p:nvPr/>
        </p:nvGrpSpPr>
        <p:grpSpPr>
          <a:xfrm>
            <a:off x="2619000" y="4981320"/>
            <a:ext cx="1520280" cy="301680"/>
            <a:chOff x="2619000" y="4981320"/>
            <a:chExt cx="1520280" cy="301680"/>
          </a:xfrm>
        </p:grpSpPr>
        <p:sp>
          <p:nvSpPr>
            <p:cNvPr id="1751" name="Google Shape;2361;p27"/>
            <p:cNvSpPr/>
            <p:nvPr/>
          </p:nvSpPr>
          <p:spPr>
            <a:xfrm>
              <a:off x="2712240" y="50277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2" name="Google Shape;2362;p27"/>
            <p:cNvSpPr/>
            <p:nvPr/>
          </p:nvSpPr>
          <p:spPr>
            <a:xfrm>
              <a:off x="4047840" y="51915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3" name="Google Shape;2363;p27"/>
            <p:cNvSpPr/>
            <p:nvPr/>
          </p:nvSpPr>
          <p:spPr>
            <a:xfrm>
              <a:off x="4071960" y="52160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4" name="Google Shape;2364;p27"/>
            <p:cNvSpPr/>
            <p:nvPr/>
          </p:nvSpPr>
          <p:spPr>
            <a:xfrm>
              <a:off x="2619000" y="498132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5" name="Google Shape;2365;p27"/>
            <p:cNvSpPr/>
            <p:nvPr/>
          </p:nvSpPr>
          <p:spPr>
            <a:xfrm>
              <a:off x="2642760" y="50061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756" name="Google Shape;2366;p27"/>
          <p:cNvGrpSpPr/>
          <p:nvPr/>
        </p:nvGrpSpPr>
        <p:grpSpPr>
          <a:xfrm>
            <a:off x="-141480" y="2076840"/>
            <a:ext cx="552600" cy="98640"/>
            <a:chOff x="-141480" y="2076840"/>
            <a:chExt cx="552600" cy="98640"/>
          </a:xfrm>
        </p:grpSpPr>
        <p:sp>
          <p:nvSpPr>
            <p:cNvPr id="1757" name="Google Shape;2367;p27"/>
            <p:cNvSpPr/>
            <p:nvPr/>
          </p:nvSpPr>
          <p:spPr>
            <a:xfrm rot="5400000">
              <a:off x="312480" y="207684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8" name="Google Shape;2368;p27"/>
            <p:cNvSpPr/>
            <p:nvPr/>
          </p:nvSpPr>
          <p:spPr>
            <a:xfrm rot="5400000">
              <a:off x="339120" y="21034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9" name="Google Shape;2369;p27"/>
            <p:cNvSpPr/>
            <p:nvPr/>
          </p:nvSpPr>
          <p:spPr>
            <a:xfrm rot="5400000">
              <a:off x="-141480" y="20797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0" name="Google Shape;2370;p27"/>
            <p:cNvSpPr/>
            <p:nvPr/>
          </p:nvSpPr>
          <p:spPr>
            <a:xfrm rot="5400000">
              <a:off x="-117720" y="21038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1" name="Google Shape;2371;p27"/>
            <p:cNvSpPr/>
            <p:nvPr/>
          </p:nvSpPr>
          <p:spPr>
            <a:xfrm rot="5400000">
              <a:off x="134640" y="194112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762" name="Google Shape;2372;p27"/>
          <p:cNvGrpSpPr/>
          <p:nvPr/>
        </p:nvGrpSpPr>
        <p:grpSpPr>
          <a:xfrm>
            <a:off x="-1414440" y="2829960"/>
            <a:ext cx="2297520" cy="347040"/>
            <a:chOff x="-1414440" y="2829960"/>
            <a:chExt cx="2297520" cy="347040"/>
          </a:xfrm>
        </p:grpSpPr>
        <p:sp>
          <p:nvSpPr>
            <p:cNvPr id="1763" name="Google Shape;2373;p27"/>
            <p:cNvSpPr/>
            <p:nvPr/>
          </p:nvSpPr>
          <p:spPr>
            <a:xfrm>
              <a:off x="-1414440" y="310932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4" name="Google Shape;2374;p27"/>
            <p:cNvSpPr/>
            <p:nvPr/>
          </p:nvSpPr>
          <p:spPr>
            <a:xfrm>
              <a:off x="-1111320" y="282996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765" name="Google Shape;2375;p27"/>
          <p:cNvGrpSpPr/>
          <p:nvPr/>
        </p:nvGrpSpPr>
        <p:grpSpPr>
          <a:xfrm>
            <a:off x="-529200" y="4313160"/>
            <a:ext cx="1822680" cy="196560"/>
            <a:chOff x="-529200" y="4313160"/>
            <a:chExt cx="1822680" cy="196560"/>
          </a:xfrm>
        </p:grpSpPr>
        <p:sp>
          <p:nvSpPr>
            <p:cNvPr id="1766" name="Google Shape;2376;p27"/>
            <p:cNvSpPr/>
            <p:nvPr/>
          </p:nvSpPr>
          <p:spPr>
            <a:xfrm flipH="1">
              <a:off x="-529200" y="4359600"/>
              <a:ext cx="1723680" cy="150120"/>
            </a:xfrm>
            <a:custGeom>
              <a:avLst/>
              <a:gdLst>
                <a:gd name="textAreaLeft" fmla="*/ 360 w 1723680"/>
                <a:gd name="textAreaRight" fmla="*/ 172440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7" name="Google Shape;2377;p27"/>
            <p:cNvSpPr/>
            <p:nvPr/>
          </p:nvSpPr>
          <p:spPr>
            <a:xfrm flipH="1">
              <a:off x="1202040" y="431316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8" name="Google Shape;2378;p27"/>
            <p:cNvSpPr/>
            <p:nvPr/>
          </p:nvSpPr>
          <p:spPr>
            <a:xfrm flipH="1">
              <a:off x="1225080" y="433800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769" name="Google Shape;2379;p27"/>
          <p:cNvSpPr/>
          <p:nvPr/>
        </p:nvSpPr>
        <p:spPr>
          <a:xfrm rot="5400000">
            <a:off x="8208720" y="388548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70" name="Google Shape;2380;p27"/>
          <p:cNvGrpSpPr/>
          <p:nvPr/>
        </p:nvGrpSpPr>
        <p:grpSpPr>
          <a:xfrm>
            <a:off x="5203080" y="4687200"/>
            <a:ext cx="1105560" cy="133920"/>
            <a:chOff x="5203080" y="4687200"/>
            <a:chExt cx="1105560" cy="133920"/>
          </a:xfrm>
        </p:grpSpPr>
        <p:grpSp>
          <p:nvGrpSpPr>
            <p:cNvPr id="1771" name="Google Shape;2381;p27"/>
            <p:cNvGrpSpPr/>
            <p:nvPr/>
          </p:nvGrpSpPr>
          <p:grpSpPr>
            <a:xfrm>
              <a:off x="5203080" y="4770360"/>
              <a:ext cx="882720" cy="50760"/>
              <a:chOff x="5203080" y="4770360"/>
              <a:chExt cx="882720" cy="50760"/>
            </a:xfrm>
          </p:grpSpPr>
          <p:sp>
            <p:nvSpPr>
              <p:cNvPr id="1772" name="Google Shape;2382;p27"/>
              <p:cNvSpPr/>
              <p:nvPr/>
            </p:nvSpPr>
            <p:spPr>
              <a:xfrm>
                <a:off x="520308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3" name="Google Shape;2383;p27"/>
              <p:cNvSpPr/>
              <p:nvPr/>
            </p:nvSpPr>
            <p:spPr>
              <a:xfrm>
                <a:off x="529560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4" name="Google Shape;2384;p27"/>
              <p:cNvSpPr/>
              <p:nvPr/>
            </p:nvSpPr>
            <p:spPr>
              <a:xfrm>
                <a:off x="538776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5" name="Google Shape;2385;p27"/>
              <p:cNvSpPr/>
              <p:nvPr/>
            </p:nvSpPr>
            <p:spPr>
              <a:xfrm>
                <a:off x="548028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6" name="Google Shape;2386;p27"/>
              <p:cNvSpPr/>
              <p:nvPr/>
            </p:nvSpPr>
            <p:spPr>
              <a:xfrm>
                <a:off x="557280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7" name="Google Shape;2387;p27"/>
              <p:cNvSpPr/>
              <p:nvPr/>
            </p:nvSpPr>
            <p:spPr>
              <a:xfrm>
                <a:off x="566532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8" name="Google Shape;2388;p27"/>
              <p:cNvSpPr/>
              <p:nvPr/>
            </p:nvSpPr>
            <p:spPr>
              <a:xfrm>
                <a:off x="575784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9" name="Google Shape;2389;p27"/>
              <p:cNvSpPr/>
              <p:nvPr/>
            </p:nvSpPr>
            <p:spPr>
              <a:xfrm>
                <a:off x="585036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0" name="Google Shape;2390;p27"/>
              <p:cNvSpPr/>
              <p:nvPr/>
            </p:nvSpPr>
            <p:spPr>
              <a:xfrm>
                <a:off x="594288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1" name="Google Shape;2391;p27"/>
              <p:cNvSpPr/>
              <p:nvPr/>
            </p:nvSpPr>
            <p:spPr>
              <a:xfrm>
                <a:off x="603504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782" name="Google Shape;2392;p27"/>
            <p:cNvGrpSpPr/>
            <p:nvPr/>
          </p:nvGrpSpPr>
          <p:grpSpPr>
            <a:xfrm>
              <a:off x="5425560" y="4687200"/>
              <a:ext cx="883080" cy="50760"/>
              <a:chOff x="5425560" y="4687200"/>
              <a:chExt cx="883080" cy="50760"/>
            </a:xfrm>
          </p:grpSpPr>
          <p:sp>
            <p:nvSpPr>
              <p:cNvPr id="1783" name="Google Shape;2393;p27"/>
              <p:cNvSpPr/>
              <p:nvPr/>
            </p:nvSpPr>
            <p:spPr>
              <a:xfrm>
                <a:off x="542556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4" name="Google Shape;2394;p27"/>
              <p:cNvSpPr/>
              <p:nvPr/>
            </p:nvSpPr>
            <p:spPr>
              <a:xfrm>
                <a:off x="551808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5" name="Google Shape;2395;p27"/>
              <p:cNvSpPr/>
              <p:nvPr/>
            </p:nvSpPr>
            <p:spPr>
              <a:xfrm>
                <a:off x="561060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6" name="Google Shape;2396;p27"/>
              <p:cNvSpPr/>
              <p:nvPr/>
            </p:nvSpPr>
            <p:spPr>
              <a:xfrm>
                <a:off x="570312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7" name="Google Shape;2397;p27"/>
              <p:cNvSpPr/>
              <p:nvPr/>
            </p:nvSpPr>
            <p:spPr>
              <a:xfrm>
                <a:off x="579564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8" name="Google Shape;2398;p27"/>
              <p:cNvSpPr/>
              <p:nvPr/>
            </p:nvSpPr>
            <p:spPr>
              <a:xfrm>
                <a:off x="588816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9" name="Google Shape;2399;p27"/>
              <p:cNvSpPr/>
              <p:nvPr/>
            </p:nvSpPr>
            <p:spPr>
              <a:xfrm>
                <a:off x="598032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0" name="Google Shape;2400;p27"/>
              <p:cNvSpPr/>
              <p:nvPr/>
            </p:nvSpPr>
            <p:spPr>
              <a:xfrm>
                <a:off x="607284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1" name="Google Shape;2401;p27"/>
              <p:cNvSpPr/>
              <p:nvPr/>
            </p:nvSpPr>
            <p:spPr>
              <a:xfrm>
                <a:off x="616536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2" name="Google Shape;2402;p27"/>
              <p:cNvSpPr/>
              <p:nvPr/>
            </p:nvSpPr>
            <p:spPr>
              <a:xfrm>
                <a:off x="625788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793" name="Google Shape;2403;p27"/>
          <p:cNvSpPr/>
          <p:nvPr/>
        </p:nvSpPr>
        <p:spPr>
          <a:xfrm rot="10800000">
            <a:off x="8028000" y="2174760"/>
            <a:ext cx="1994400" cy="67680"/>
          </a:xfrm>
          <a:prstGeom prst="roundRect">
            <a:avLst>
              <a:gd name="adj" fmla="val 50000"/>
            </a:avLst>
          </a:prstGeom>
          <a:gradFill rotWithShape="0">
            <a:gsLst>
              <a:gs pos="0">
                <a:srgbClr val="151B46"/>
              </a:gs>
              <a:gs pos="100000">
                <a:srgbClr val="8FFFFF"/>
              </a:gs>
            </a:gsLst>
            <a:lin ang="134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94" name="Google Shape;2404;p27"/>
          <p:cNvGrpSpPr/>
          <p:nvPr/>
        </p:nvGrpSpPr>
        <p:grpSpPr>
          <a:xfrm>
            <a:off x="7935840" y="-377640"/>
            <a:ext cx="296280" cy="1822320"/>
            <a:chOff x="7935840" y="-377640"/>
            <a:chExt cx="296280" cy="1822320"/>
          </a:xfrm>
        </p:grpSpPr>
        <p:sp>
          <p:nvSpPr>
            <p:cNvPr id="1795" name="Google Shape;2405;p27"/>
            <p:cNvSpPr/>
            <p:nvPr/>
          </p:nvSpPr>
          <p:spPr>
            <a:xfrm rot="16200000">
              <a:off x="7295040" y="408960"/>
              <a:ext cx="1723680" cy="150120"/>
            </a:xfrm>
            <a:custGeom>
              <a:avLst/>
              <a:gdLst>
                <a:gd name="textAreaLeft" fmla="*/ 0 w 1723680"/>
                <a:gd name="textAreaRight" fmla="*/ 172404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6" name="Google Shape;2406;p27"/>
            <p:cNvSpPr/>
            <p:nvPr/>
          </p:nvSpPr>
          <p:spPr>
            <a:xfrm rot="16200000">
              <a:off x="7935840" y="75708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7" name="Google Shape;2407;p27"/>
            <p:cNvSpPr/>
            <p:nvPr/>
          </p:nvSpPr>
          <p:spPr>
            <a:xfrm rot="16200000">
              <a:off x="7960320" y="78120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4">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8" name="Google Shape;2408;p27"/>
            <p:cNvSpPr/>
            <p:nvPr/>
          </p:nvSpPr>
          <p:spPr>
            <a:xfrm rot="16200000">
              <a:off x="8035560" y="1353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9" name="Google Shape;2409;p27"/>
            <p:cNvSpPr/>
            <p:nvPr/>
          </p:nvSpPr>
          <p:spPr>
            <a:xfrm rot="16200000">
              <a:off x="8060040" y="13777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0" name="Google Shape;2410;p27"/>
            <p:cNvSpPr/>
            <p:nvPr/>
          </p:nvSpPr>
          <p:spPr>
            <a:xfrm rot="16200000">
              <a:off x="7502400" y="101880"/>
              <a:ext cx="1134360" cy="174960"/>
            </a:xfrm>
            <a:custGeom>
              <a:avLst/>
              <a:gdLst>
                <a:gd name="textAreaLeft" fmla="*/ 0 w 1134360"/>
                <a:gd name="textAreaRight" fmla="*/ 1134720 w 1134360"/>
                <a:gd name="textAreaTop" fmla="*/ 0 h 174960"/>
                <a:gd name="textAreaBottom" fmla="*/ 175320 h 174960"/>
              </a:gdLst>
              <a:ahLst/>
              <a:cxnLst/>
              <a:rect l="textAreaLeft" t="textAreaTop" r="textAreaRight" b="textAreaBottom"/>
              <a:pathLst>
                <a:path w="36417" h="5628" fill="none">
                  <a:moveTo>
                    <a:pt x="0" y="0"/>
                  </a:moveTo>
                  <a:lnTo>
                    <a:pt x="6049" y="0"/>
                  </a:lnTo>
                  <a:lnTo>
                    <a:pt x="8379" y="2330"/>
                  </a:lnTo>
                  <a:lnTo>
                    <a:pt x="11676" y="5627"/>
                  </a:lnTo>
                  <a:lnTo>
                    <a:pt x="36416" y="5627"/>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01" name="Google Shape;2411;p27"/>
          <p:cNvGrpSpPr/>
          <p:nvPr/>
        </p:nvGrpSpPr>
        <p:grpSpPr>
          <a:xfrm>
            <a:off x="8267400" y="2926440"/>
            <a:ext cx="1105560" cy="133560"/>
            <a:chOff x="8267400" y="2926440"/>
            <a:chExt cx="1105560" cy="133560"/>
          </a:xfrm>
        </p:grpSpPr>
        <p:grpSp>
          <p:nvGrpSpPr>
            <p:cNvPr id="1802" name="Google Shape;2412;p27"/>
            <p:cNvGrpSpPr/>
            <p:nvPr/>
          </p:nvGrpSpPr>
          <p:grpSpPr>
            <a:xfrm>
              <a:off x="8267400" y="3009240"/>
              <a:ext cx="883080" cy="50760"/>
              <a:chOff x="8267400" y="3009240"/>
              <a:chExt cx="883080" cy="50760"/>
            </a:xfrm>
          </p:grpSpPr>
          <p:sp>
            <p:nvSpPr>
              <p:cNvPr id="1803" name="Google Shape;2413;p27"/>
              <p:cNvSpPr/>
              <p:nvPr/>
            </p:nvSpPr>
            <p:spPr>
              <a:xfrm>
                <a:off x="826740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4" name="Google Shape;2414;p27"/>
              <p:cNvSpPr/>
              <p:nvPr/>
            </p:nvSpPr>
            <p:spPr>
              <a:xfrm>
                <a:off x="835992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5" name="Google Shape;2415;p27"/>
              <p:cNvSpPr/>
              <p:nvPr/>
            </p:nvSpPr>
            <p:spPr>
              <a:xfrm>
                <a:off x="845244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6" name="Google Shape;2416;p27"/>
              <p:cNvSpPr/>
              <p:nvPr/>
            </p:nvSpPr>
            <p:spPr>
              <a:xfrm>
                <a:off x="854496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7" name="Google Shape;2417;p27"/>
              <p:cNvSpPr/>
              <p:nvPr/>
            </p:nvSpPr>
            <p:spPr>
              <a:xfrm>
                <a:off x="863712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8" name="Google Shape;2418;p27"/>
              <p:cNvSpPr/>
              <p:nvPr/>
            </p:nvSpPr>
            <p:spPr>
              <a:xfrm>
                <a:off x="872964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9" name="Google Shape;2419;p27"/>
              <p:cNvSpPr/>
              <p:nvPr/>
            </p:nvSpPr>
            <p:spPr>
              <a:xfrm>
                <a:off x="882216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0" name="Google Shape;2420;p27"/>
              <p:cNvSpPr/>
              <p:nvPr/>
            </p:nvSpPr>
            <p:spPr>
              <a:xfrm>
                <a:off x="891468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1" name="Google Shape;2421;p27"/>
              <p:cNvSpPr/>
              <p:nvPr/>
            </p:nvSpPr>
            <p:spPr>
              <a:xfrm>
                <a:off x="900720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2" name="Google Shape;2422;p27"/>
              <p:cNvSpPr/>
              <p:nvPr/>
            </p:nvSpPr>
            <p:spPr>
              <a:xfrm>
                <a:off x="909972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13" name="Google Shape;2423;p27"/>
            <p:cNvGrpSpPr/>
            <p:nvPr/>
          </p:nvGrpSpPr>
          <p:grpSpPr>
            <a:xfrm>
              <a:off x="8490240" y="2926440"/>
              <a:ext cx="882720" cy="50760"/>
              <a:chOff x="8490240" y="2926440"/>
              <a:chExt cx="882720" cy="50760"/>
            </a:xfrm>
          </p:grpSpPr>
          <p:sp>
            <p:nvSpPr>
              <p:cNvPr id="1814" name="Google Shape;2424;p27"/>
              <p:cNvSpPr/>
              <p:nvPr/>
            </p:nvSpPr>
            <p:spPr>
              <a:xfrm>
                <a:off x="849024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5" name="Google Shape;2425;p27"/>
              <p:cNvSpPr/>
              <p:nvPr/>
            </p:nvSpPr>
            <p:spPr>
              <a:xfrm>
                <a:off x="858240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6" name="Google Shape;2426;p27"/>
              <p:cNvSpPr/>
              <p:nvPr/>
            </p:nvSpPr>
            <p:spPr>
              <a:xfrm>
                <a:off x="867492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7" name="Google Shape;2427;p27"/>
              <p:cNvSpPr/>
              <p:nvPr/>
            </p:nvSpPr>
            <p:spPr>
              <a:xfrm>
                <a:off x="876744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8" name="Google Shape;2428;p27"/>
              <p:cNvSpPr/>
              <p:nvPr/>
            </p:nvSpPr>
            <p:spPr>
              <a:xfrm>
                <a:off x="885996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9" name="Google Shape;2429;p27"/>
              <p:cNvSpPr/>
              <p:nvPr/>
            </p:nvSpPr>
            <p:spPr>
              <a:xfrm>
                <a:off x="895248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0" name="Google Shape;2430;p27"/>
              <p:cNvSpPr/>
              <p:nvPr/>
            </p:nvSpPr>
            <p:spPr>
              <a:xfrm>
                <a:off x="904500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1" name="Google Shape;2431;p27"/>
              <p:cNvSpPr/>
              <p:nvPr/>
            </p:nvSpPr>
            <p:spPr>
              <a:xfrm>
                <a:off x="913752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2" name="Google Shape;2432;p27"/>
              <p:cNvSpPr/>
              <p:nvPr/>
            </p:nvSpPr>
            <p:spPr>
              <a:xfrm>
                <a:off x="922968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3" name="Google Shape;2433;p27"/>
              <p:cNvSpPr/>
              <p:nvPr/>
            </p:nvSpPr>
            <p:spPr>
              <a:xfrm>
                <a:off x="932220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824" name="Google Shape;2434;p27"/>
          <p:cNvGrpSpPr/>
          <p:nvPr/>
        </p:nvGrpSpPr>
        <p:grpSpPr>
          <a:xfrm>
            <a:off x="2360160" y="376200"/>
            <a:ext cx="1252440" cy="50760"/>
            <a:chOff x="2360160" y="376200"/>
            <a:chExt cx="1252440" cy="50760"/>
          </a:xfrm>
        </p:grpSpPr>
        <p:sp>
          <p:nvSpPr>
            <p:cNvPr id="1825" name="Google Shape;2435;p27"/>
            <p:cNvSpPr/>
            <p:nvPr/>
          </p:nvSpPr>
          <p:spPr>
            <a:xfrm>
              <a:off x="236016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6" name="Google Shape;2436;p27"/>
            <p:cNvSpPr/>
            <p:nvPr/>
          </p:nvSpPr>
          <p:spPr>
            <a:xfrm>
              <a:off x="245232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7" name="Google Shape;2437;p27"/>
            <p:cNvSpPr/>
            <p:nvPr/>
          </p:nvSpPr>
          <p:spPr>
            <a:xfrm>
              <a:off x="254484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8" name="Google Shape;2438;p27"/>
            <p:cNvSpPr/>
            <p:nvPr/>
          </p:nvSpPr>
          <p:spPr>
            <a:xfrm>
              <a:off x="263736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9" name="Google Shape;2439;p27"/>
            <p:cNvSpPr/>
            <p:nvPr/>
          </p:nvSpPr>
          <p:spPr>
            <a:xfrm>
              <a:off x="272988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0" name="Google Shape;2440;p27"/>
            <p:cNvSpPr/>
            <p:nvPr/>
          </p:nvSpPr>
          <p:spPr>
            <a:xfrm>
              <a:off x="282240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1" name="Google Shape;2441;p27"/>
            <p:cNvSpPr/>
            <p:nvPr/>
          </p:nvSpPr>
          <p:spPr>
            <a:xfrm>
              <a:off x="291492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2" name="Google Shape;2442;p27"/>
            <p:cNvSpPr/>
            <p:nvPr/>
          </p:nvSpPr>
          <p:spPr>
            <a:xfrm>
              <a:off x="300744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3" name="Google Shape;2443;p27"/>
            <p:cNvSpPr/>
            <p:nvPr/>
          </p:nvSpPr>
          <p:spPr>
            <a:xfrm>
              <a:off x="309960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4" name="Google Shape;2444;p27"/>
            <p:cNvSpPr/>
            <p:nvPr/>
          </p:nvSpPr>
          <p:spPr>
            <a:xfrm>
              <a:off x="319212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5" name="Google Shape;2445;p27"/>
            <p:cNvSpPr/>
            <p:nvPr/>
          </p:nvSpPr>
          <p:spPr>
            <a:xfrm>
              <a:off x="328464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6" name="Google Shape;2446;p27"/>
            <p:cNvSpPr/>
            <p:nvPr/>
          </p:nvSpPr>
          <p:spPr>
            <a:xfrm>
              <a:off x="337716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7" name="Google Shape;2447;p27"/>
            <p:cNvSpPr/>
            <p:nvPr/>
          </p:nvSpPr>
          <p:spPr>
            <a:xfrm>
              <a:off x="346932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8" name="Google Shape;2448;p27"/>
            <p:cNvSpPr/>
            <p:nvPr/>
          </p:nvSpPr>
          <p:spPr>
            <a:xfrm>
              <a:off x="356184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83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_2">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840" name="Google Shape;2308;p27"/>
          <p:cNvGrpSpPr/>
          <p:nvPr/>
        </p:nvGrpSpPr>
        <p:grpSpPr>
          <a:xfrm>
            <a:off x="0" y="0"/>
            <a:ext cx="9143280" cy="5142960"/>
            <a:chOff x="0" y="0"/>
            <a:chExt cx="9143280" cy="5142960"/>
          </a:xfrm>
        </p:grpSpPr>
        <p:sp>
          <p:nvSpPr>
            <p:cNvPr id="1700" name="Google Shape;2309;p27"/>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1" name="Google Shape;2310;p27"/>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2" name="Google Shape;2311;p27"/>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3" name="Google Shape;2312;p27"/>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4" name="Google Shape;2313;p27"/>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5" name="Google Shape;2314;p27"/>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6" name="Google Shape;2315;p27"/>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7" name="Google Shape;2316;p27"/>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8" name="Google Shape;2317;p27"/>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9" name="Google Shape;2318;p27"/>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0" name="Google Shape;2319;p27"/>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1" name="Google Shape;2320;p27"/>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2" name="Google Shape;2321;p27"/>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3" name="Google Shape;2322;p27"/>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4" name="Google Shape;2323;p27"/>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5" name="Google Shape;2324;p27"/>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6" name="Google Shape;2325;p27"/>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7" name="Google Shape;2326;p27"/>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8" name="Google Shape;2327;p27"/>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9" name="Google Shape;2328;p27"/>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0" name="Google Shape;2329;p27"/>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1" name="Google Shape;2330;p27"/>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2" name="Google Shape;2331;p27"/>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3" name="Google Shape;2332;p27"/>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4" name="Google Shape;2333;p27"/>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5" name="Google Shape;2334;p27"/>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6" name="Google Shape;2335;p27"/>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7" name="Google Shape;2336;p27"/>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8" name="Google Shape;2337;p27"/>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9" name="Google Shape;2338;p27"/>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0" name="Google Shape;2339;p27"/>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1" name="Google Shape;2340;p27"/>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2" name="Google Shape;2341;p27"/>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3" name="Google Shape;2342;p27"/>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4" name="Google Shape;2343;p27"/>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5" name="Google Shape;2344;p27"/>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6" name="Google Shape;2345;p27"/>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7" name="Google Shape;2346;p27"/>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41" name="PlaceHolder 1"/>
          <p:cNvSpPr>
            <a:spLocks noGrp="1"/>
          </p:cNvSpPr>
          <p:nvPr>
            <p:ph type="title"/>
          </p:nvPr>
        </p:nvSpPr>
        <p:spPr>
          <a:xfrm>
            <a:off x="2335680" y="758160"/>
            <a:ext cx="4472280" cy="95508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buNone/>
            </a:pPr>
            <a:r>
              <a:rPr lang="fr-FR" sz="7000" b="0" u="none" strike="noStrike">
                <a:solidFill>
                  <a:schemeClr val="dk1"/>
                </a:solidFill>
                <a:effectLst/>
                <a:uFillTx/>
                <a:latin typeface="Arial"/>
              </a:rPr>
              <a:t>Click to edit the title text format</a:t>
            </a:r>
          </a:p>
        </p:txBody>
      </p:sp>
      <p:sp>
        <p:nvSpPr>
          <p:cNvPr id="1739" name="Google Shape;2349;p27"/>
          <p:cNvSpPr/>
          <p:nvPr/>
        </p:nvSpPr>
        <p:spPr>
          <a:xfrm>
            <a:off x="2532600" y="3327840"/>
            <a:ext cx="4078800" cy="6411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tabLst>
                <a:tab pos="0" algn="l"/>
              </a:tabLst>
            </a:pPr>
            <a:r>
              <a:rPr lang="en" sz="1200" b="1" u="none" strike="noStrike">
                <a:solidFill>
                  <a:schemeClr val="accent2"/>
                </a:solidFill>
                <a:effectLst/>
                <a:uFillTx/>
                <a:latin typeface="PT Sans"/>
                <a:ea typeface="PT Sans"/>
              </a:rPr>
              <a:t>Credits:</a:t>
            </a:r>
            <a:r>
              <a:rPr lang="en" sz="1200" b="0" u="none" strike="noStrike">
                <a:solidFill>
                  <a:schemeClr val="accent2"/>
                </a:solidFill>
                <a:effectLst/>
                <a:uFillTx/>
                <a:latin typeface="PT Sans"/>
                <a:ea typeface="PT Sans"/>
              </a:rPr>
              <a:t> </a:t>
            </a:r>
            <a:r>
              <a:rPr lang="en" sz="1200" b="0" u="none" strike="noStrike">
                <a:solidFill>
                  <a:schemeClr val="lt1"/>
                </a:solidFill>
                <a:effectLst/>
                <a:uFillTx/>
                <a:latin typeface="PT Sans"/>
                <a:ea typeface="PT Sans"/>
              </a:rPr>
              <a:t>This presentation template was created by </a:t>
            </a:r>
            <a:r>
              <a:rPr lang="en" sz="1200" b="1" u="sng" strike="noStrike">
                <a:solidFill>
                  <a:schemeClr val="accent2"/>
                </a:solidFill>
                <a:effectLst/>
                <a:uFillTx/>
                <a:latin typeface="PT Sans"/>
                <a:ea typeface="PT Sans"/>
                <a:hlinkClick r:id="rId2"/>
              </a:rPr>
              <a:t>Slidesgo</a:t>
            </a:r>
            <a:r>
              <a:rPr lang="en" sz="1200" b="0" u="none" strike="noStrike">
                <a:solidFill>
                  <a:schemeClr val="lt1"/>
                </a:solidFill>
                <a:effectLst/>
                <a:uFillTx/>
                <a:latin typeface="PT Sans"/>
                <a:ea typeface="PT Sans"/>
              </a:rPr>
              <a:t>, including icons, infographics &amp; images by </a:t>
            </a:r>
            <a:r>
              <a:rPr lang="en" sz="1200" b="1" u="sng" strike="noStrike">
                <a:solidFill>
                  <a:schemeClr val="accent2"/>
                </a:solidFill>
                <a:effectLst/>
                <a:uFillTx/>
                <a:latin typeface="PT Sans"/>
                <a:ea typeface="PT Sans"/>
                <a:hlinkClick r:id="rId3"/>
              </a:rPr>
              <a:t>Freepik</a:t>
            </a:r>
            <a:endParaRPr lang="en-US" sz="1200" b="0" u="none" strike="noStrike">
              <a:solidFill>
                <a:srgbClr val="FFFFFF"/>
              </a:solidFill>
              <a:effectLst/>
              <a:uFillTx/>
              <a:latin typeface="OpenSymbol"/>
            </a:endParaRPr>
          </a:p>
        </p:txBody>
      </p:sp>
      <p:sp>
        <p:nvSpPr>
          <p:cNvPr id="1740" name="Google Shape;2350;p27"/>
          <p:cNvSpPr/>
          <p:nvPr/>
        </p:nvSpPr>
        <p:spPr>
          <a:xfrm rot="10800000">
            <a:off x="360" y="385956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842" name="Google Shape;2351;p27"/>
          <p:cNvGrpSpPr/>
          <p:nvPr/>
        </p:nvGrpSpPr>
        <p:grpSpPr>
          <a:xfrm>
            <a:off x="0" y="607320"/>
            <a:ext cx="1284120" cy="586440"/>
            <a:chOff x="0" y="607320"/>
            <a:chExt cx="1284120" cy="586440"/>
          </a:xfrm>
        </p:grpSpPr>
        <p:sp>
          <p:nvSpPr>
            <p:cNvPr id="1742" name="Google Shape;2352;p27"/>
            <p:cNvSpPr/>
            <p:nvPr/>
          </p:nvSpPr>
          <p:spPr>
            <a:xfrm rot="16200000">
              <a:off x="348840" y="25848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843" name="Google Shape;2353;p27"/>
            <p:cNvGrpSpPr/>
            <p:nvPr/>
          </p:nvGrpSpPr>
          <p:grpSpPr>
            <a:xfrm>
              <a:off x="360" y="779760"/>
              <a:ext cx="882720" cy="241560"/>
              <a:chOff x="360" y="779760"/>
              <a:chExt cx="882720" cy="241560"/>
            </a:xfrm>
          </p:grpSpPr>
          <p:sp>
            <p:nvSpPr>
              <p:cNvPr id="1744" name="Google Shape;2354;p27"/>
              <p:cNvSpPr/>
              <p:nvPr/>
            </p:nvSpPr>
            <p:spPr>
              <a:xfrm rot="10800000">
                <a:off x="731160" y="77976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5" name="Google Shape;2355;p27"/>
              <p:cNvSpPr/>
              <p:nvPr/>
            </p:nvSpPr>
            <p:spPr>
              <a:xfrm rot="10800000">
                <a:off x="58536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6" name="Google Shape;2356;p27"/>
              <p:cNvSpPr/>
              <p:nvPr/>
            </p:nvSpPr>
            <p:spPr>
              <a:xfrm rot="10800000">
                <a:off x="43920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7" name="Google Shape;2357;p27"/>
              <p:cNvSpPr/>
              <p:nvPr/>
            </p:nvSpPr>
            <p:spPr>
              <a:xfrm rot="10800000">
                <a:off x="29304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8" name="Google Shape;2358;p27"/>
              <p:cNvSpPr/>
              <p:nvPr/>
            </p:nvSpPr>
            <p:spPr>
              <a:xfrm rot="10800000">
                <a:off x="14688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9" name="Google Shape;2359;p27"/>
              <p:cNvSpPr/>
              <p:nvPr/>
            </p:nvSpPr>
            <p:spPr>
              <a:xfrm rot="10800000">
                <a:off x="36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844" name="Google Shape;2360;p27"/>
          <p:cNvGrpSpPr/>
          <p:nvPr/>
        </p:nvGrpSpPr>
        <p:grpSpPr>
          <a:xfrm>
            <a:off x="2619000" y="4981320"/>
            <a:ext cx="1520280" cy="301680"/>
            <a:chOff x="2619000" y="4981320"/>
            <a:chExt cx="1520280" cy="301680"/>
          </a:xfrm>
        </p:grpSpPr>
        <p:sp>
          <p:nvSpPr>
            <p:cNvPr id="1751" name="Google Shape;2361;p27"/>
            <p:cNvSpPr/>
            <p:nvPr/>
          </p:nvSpPr>
          <p:spPr>
            <a:xfrm>
              <a:off x="2712240" y="50277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2" name="Google Shape;2362;p27"/>
            <p:cNvSpPr/>
            <p:nvPr/>
          </p:nvSpPr>
          <p:spPr>
            <a:xfrm>
              <a:off x="4047840" y="51915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3" name="Google Shape;2363;p27"/>
            <p:cNvSpPr/>
            <p:nvPr/>
          </p:nvSpPr>
          <p:spPr>
            <a:xfrm>
              <a:off x="4071960" y="52160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4" name="Google Shape;2364;p27"/>
            <p:cNvSpPr/>
            <p:nvPr/>
          </p:nvSpPr>
          <p:spPr>
            <a:xfrm>
              <a:off x="2619000" y="498132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5" name="Google Shape;2365;p27"/>
            <p:cNvSpPr/>
            <p:nvPr/>
          </p:nvSpPr>
          <p:spPr>
            <a:xfrm>
              <a:off x="2642760" y="50061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45" name="Google Shape;2366;p27"/>
          <p:cNvGrpSpPr/>
          <p:nvPr/>
        </p:nvGrpSpPr>
        <p:grpSpPr>
          <a:xfrm>
            <a:off x="-141480" y="2076840"/>
            <a:ext cx="552600" cy="98640"/>
            <a:chOff x="-141480" y="2076840"/>
            <a:chExt cx="552600" cy="98640"/>
          </a:xfrm>
        </p:grpSpPr>
        <p:sp>
          <p:nvSpPr>
            <p:cNvPr id="1757" name="Google Shape;2367;p27"/>
            <p:cNvSpPr/>
            <p:nvPr/>
          </p:nvSpPr>
          <p:spPr>
            <a:xfrm rot="5400000">
              <a:off x="312480" y="207684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8" name="Google Shape;2368;p27"/>
            <p:cNvSpPr/>
            <p:nvPr/>
          </p:nvSpPr>
          <p:spPr>
            <a:xfrm rot="5400000">
              <a:off x="339120" y="21034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9" name="Google Shape;2369;p27"/>
            <p:cNvSpPr/>
            <p:nvPr/>
          </p:nvSpPr>
          <p:spPr>
            <a:xfrm rot="5400000">
              <a:off x="-141480" y="20797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0" name="Google Shape;2370;p27"/>
            <p:cNvSpPr/>
            <p:nvPr/>
          </p:nvSpPr>
          <p:spPr>
            <a:xfrm rot="5400000">
              <a:off x="-117720" y="21038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1" name="Google Shape;2371;p27"/>
            <p:cNvSpPr/>
            <p:nvPr/>
          </p:nvSpPr>
          <p:spPr>
            <a:xfrm rot="5400000">
              <a:off x="134640" y="194112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46" name="Google Shape;2372;p27"/>
          <p:cNvGrpSpPr/>
          <p:nvPr/>
        </p:nvGrpSpPr>
        <p:grpSpPr>
          <a:xfrm>
            <a:off x="-1414440" y="2829960"/>
            <a:ext cx="2297520" cy="347040"/>
            <a:chOff x="-1414440" y="2829960"/>
            <a:chExt cx="2297520" cy="347040"/>
          </a:xfrm>
        </p:grpSpPr>
        <p:sp>
          <p:nvSpPr>
            <p:cNvPr id="1763" name="Google Shape;2373;p27"/>
            <p:cNvSpPr/>
            <p:nvPr/>
          </p:nvSpPr>
          <p:spPr>
            <a:xfrm>
              <a:off x="-1414440" y="310932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4" name="Google Shape;2374;p27"/>
            <p:cNvSpPr/>
            <p:nvPr/>
          </p:nvSpPr>
          <p:spPr>
            <a:xfrm>
              <a:off x="-1111320" y="282996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47" name="Google Shape;2375;p27"/>
          <p:cNvGrpSpPr/>
          <p:nvPr/>
        </p:nvGrpSpPr>
        <p:grpSpPr>
          <a:xfrm>
            <a:off x="-529200" y="4313160"/>
            <a:ext cx="1822680" cy="196560"/>
            <a:chOff x="-529200" y="4313160"/>
            <a:chExt cx="1822680" cy="196560"/>
          </a:xfrm>
        </p:grpSpPr>
        <p:sp>
          <p:nvSpPr>
            <p:cNvPr id="1766" name="Google Shape;2376;p27"/>
            <p:cNvSpPr/>
            <p:nvPr/>
          </p:nvSpPr>
          <p:spPr>
            <a:xfrm flipH="1">
              <a:off x="-529200" y="4359600"/>
              <a:ext cx="1723680" cy="150120"/>
            </a:xfrm>
            <a:custGeom>
              <a:avLst/>
              <a:gdLst>
                <a:gd name="textAreaLeft" fmla="*/ 360 w 1723680"/>
                <a:gd name="textAreaRight" fmla="*/ 172440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7" name="Google Shape;2377;p27"/>
            <p:cNvSpPr/>
            <p:nvPr/>
          </p:nvSpPr>
          <p:spPr>
            <a:xfrm flipH="1">
              <a:off x="1202040" y="431316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8" name="Google Shape;2378;p27"/>
            <p:cNvSpPr/>
            <p:nvPr/>
          </p:nvSpPr>
          <p:spPr>
            <a:xfrm flipH="1">
              <a:off x="1225080" y="433800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769" name="Google Shape;2379;p27"/>
          <p:cNvSpPr/>
          <p:nvPr/>
        </p:nvSpPr>
        <p:spPr>
          <a:xfrm rot="5400000">
            <a:off x="8208720" y="388548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848" name="Google Shape;2380;p27"/>
          <p:cNvGrpSpPr/>
          <p:nvPr/>
        </p:nvGrpSpPr>
        <p:grpSpPr>
          <a:xfrm>
            <a:off x="5203080" y="4687200"/>
            <a:ext cx="1105560" cy="133920"/>
            <a:chOff x="5203080" y="4687200"/>
            <a:chExt cx="1105560" cy="133920"/>
          </a:xfrm>
        </p:grpSpPr>
        <p:grpSp>
          <p:nvGrpSpPr>
            <p:cNvPr id="1849" name="Google Shape;2381;p27"/>
            <p:cNvGrpSpPr/>
            <p:nvPr/>
          </p:nvGrpSpPr>
          <p:grpSpPr>
            <a:xfrm>
              <a:off x="5203080" y="4770360"/>
              <a:ext cx="882720" cy="50760"/>
              <a:chOff x="5203080" y="4770360"/>
              <a:chExt cx="882720" cy="50760"/>
            </a:xfrm>
          </p:grpSpPr>
          <p:sp>
            <p:nvSpPr>
              <p:cNvPr id="1772" name="Google Shape;2382;p27"/>
              <p:cNvSpPr/>
              <p:nvPr/>
            </p:nvSpPr>
            <p:spPr>
              <a:xfrm>
                <a:off x="520308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3" name="Google Shape;2383;p27"/>
              <p:cNvSpPr/>
              <p:nvPr/>
            </p:nvSpPr>
            <p:spPr>
              <a:xfrm>
                <a:off x="529560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4" name="Google Shape;2384;p27"/>
              <p:cNvSpPr/>
              <p:nvPr/>
            </p:nvSpPr>
            <p:spPr>
              <a:xfrm>
                <a:off x="538776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5" name="Google Shape;2385;p27"/>
              <p:cNvSpPr/>
              <p:nvPr/>
            </p:nvSpPr>
            <p:spPr>
              <a:xfrm>
                <a:off x="548028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6" name="Google Shape;2386;p27"/>
              <p:cNvSpPr/>
              <p:nvPr/>
            </p:nvSpPr>
            <p:spPr>
              <a:xfrm>
                <a:off x="557280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7" name="Google Shape;2387;p27"/>
              <p:cNvSpPr/>
              <p:nvPr/>
            </p:nvSpPr>
            <p:spPr>
              <a:xfrm>
                <a:off x="566532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8" name="Google Shape;2388;p27"/>
              <p:cNvSpPr/>
              <p:nvPr/>
            </p:nvSpPr>
            <p:spPr>
              <a:xfrm>
                <a:off x="575784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9" name="Google Shape;2389;p27"/>
              <p:cNvSpPr/>
              <p:nvPr/>
            </p:nvSpPr>
            <p:spPr>
              <a:xfrm>
                <a:off x="585036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0" name="Google Shape;2390;p27"/>
              <p:cNvSpPr/>
              <p:nvPr/>
            </p:nvSpPr>
            <p:spPr>
              <a:xfrm>
                <a:off x="594288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1" name="Google Shape;2391;p27"/>
              <p:cNvSpPr/>
              <p:nvPr/>
            </p:nvSpPr>
            <p:spPr>
              <a:xfrm>
                <a:off x="6035040" y="4770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50" name="Google Shape;2392;p27"/>
            <p:cNvGrpSpPr/>
            <p:nvPr/>
          </p:nvGrpSpPr>
          <p:grpSpPr>
            <a:xfrm>
              <a:off x="5425560" y="4687200"/>
              <a:ext cx="883080" cy="50760"/>
              <a:chOff x="5425560" y="4687200"/>
              <a:chExt cx="883080" cy="50760"/>
            </a:xfrm>
          </p:grpSpPr>
          <p:sp>
            <p:nvSpPr>
              <p:cNvPr id="1783" name="Google Shape;2393;p27"/>
              <p:cNvSpPr/>
              <p:nvPr/>
            </p:nvSpPr>
            <p:spPr>
              <a:xfrm>
                <a:off x="542556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4" name="Google Shape;2394;p27"/>
              <p:cNvSpPr/>
              <p:nvPr/>
            </p:nvSpPr>
            <p:spPr>
              <a:xfrm>
                <a:off x="551808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5" name="Google Shape;2395;p27"/>
              <p:cNvSpPr/>
              <p:nvPr/>
            </p:nvSpPr>
            <p:spPr>
              <a:xfrm>
                <a:off x="561060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6" name="Google Shape;2396;p27"/>
              <p:cNvSpPr/>
              <p:nvPr/>
            </p:nvSpPr>
            <p:spPr>
              <a:xfrm>
                <a:off x="570312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7" name="Google Shape;2397;p27"/>
              <p:cNvSpPr/>
              <p:nvPr/>
            </p:nvSpPr>
            <p:spPr>
              <a:xfrm>
                <a:off x="579564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8" name="Google Shape;2398;p27"/>
              <p:cNvSpPr/>
              <p:nvPr/>
            </p:nvSpPr>
            <p:spPr>
              <a:xfrm>
                <a:off x="588816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9" name="Google Shape;2399;p27"/>
              <p:cNvSpPr/>
              <p:nvPr/>
            </p:nvSpPr>
            <p:spPr>
              <a:xfrm>
                <a:off x="598032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0" name="Google Shape;2400;p27"/>
              <p:cNvSpPr/>
              <p:nvPr/>
            </p:nvSpPr>
            <p:spPr>
              <a:xfrm>
                <a:off x="607284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1" name="Google Shape;2401;p27"/>
              <p:cNvSpPr/>
              <p:nvPr/>
            </p:nvSpPr>
            <p:spPr>
              <a:xfrm>
                <a:off x="616536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2" name="Google Shape;2402;p27"/>
              <p:cNvSpPr/>
              <p:nvPr/>
            </p:nvSpPr>
            <p:spPr>
              <a:xfrm>
                <a:off x="6257880" y="4687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793" name="Google Shape;2403;p27"/>
          <p:cNvSpPr/>
          <p:nvPr/>
        </p:nvSpPr>
        <p:spPr>
          <a:xfrm rot="10800000">
            <a:off x="8028000" y="2174760"/>
            <a:ext cx="1994400" cy="67680"/>
          </a:xfrm>
          <a:prstGeom prst="roundRect">
            <a:avLst>
              <a:gd name="adj" fmla="val 50000"/>
            </a:avLst>
          </a:prstGeom>
          <a:gradFill rotWithShape="0">
            <a:gsLst>
              <a:gs pos="0">
                <a:srgbClr val="151B46"/>
              </a:gs>
              <a:gs pos="100000">
                <a:srgbClr val="8FFFFF"/>
              </a:gs>
            </a:gsLst>
            <a:lin ang="134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851" name="Google Shape;2404;p27"/>
          <p:cNvGrpSpPr/>
          <p:nvPr/>
        </p:nvGrpSpPr>
        <p:grpSpPr>
          <a:xfrm>
            <a:off x="7935840" y="-377640"/>
            <a:ext cx="296280" cy="1822320"/>
            <a:chOff x="7935840" y="-377640"/>
            <a:chExt cx="296280" cy="1822320"/>
          </a:xfrm>
        </p:grpSpPr>
        <p:sp>
          <p:nvSpPr>
            <p:cNvPr id="1795" name="Google Shape;2405;p27"/>
            <p:cNvSpPr/>
            <p:nvPr/>
          </p:nvSpPr>
          <p:spPr>
            <a:xfrm rot="16200000">
              <a:off x="7295040" y="408960"/>
              <a:ext cx="1723680" cy="150120"/>
            </a:xfrm>
            <a:custGeom>
              <a:avLst/>
              <a:gdLst>
                <a:gd name="textAreaLeft" fmla="*/ 0 w 1723680"/>
                <a:gd name="textAreaRight" fmla="*/ 172404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6" name="Google Shape;2406;p27"/>
            <p:cNvSpPr/>
            <p:nvPr/>
          </p:nvSpPr>
          <p:spPr>
            <a:xfrm rot="16200000">
              <a:off x="7935840" y="75708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7" name="Google Shape;2407;p27"/>
            <p:cNvSpPr/>
            <p:nvPr/>
          </p:nvSpPr>
          <p:spPr>
            <a:xfrm rot="16200000">
              <a:off x="7960320" y="78120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4">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8" name="Google Shape;2408;p27"/>
            <p:cNvSpPr/>
            <p:nvPr/>
          </p:nvSpPr>
          <p:spPr>
            <a:xfrm rot="16200000">
              <a:off x="8035560" y="1353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9" name="Google Shape;2409;p27"/>
            <p:cNvSpPr/>
            <p:nvPr/>
          </p:nvSpPr>
          <p:spPr>
            <a:xfrm rot="16200000">
              <a:off x="8060040" y="13777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0" name="Google Shape;2410;p27"/>
            <p:cNvSpPr/>
            <p:nvPr/>
          </p:nvSpPr>
          <p:spPr>
            <a:xfrm rot="16200000">
              <a:off x="7502400" y="101880"/>
              <a:ext cx="1134360" cy="174960"/>
            </a:xfrm>
            <a:custGeom>
              <a:avLst/>
              <a:gdLst>
                <a:gd name="textAreaLeft" fmla="*/ 0 w 1134360"/>
                <a:gd name="textAreaRight" fmla="*/ 1134720 w 1134360"/>
                <a:gd name="textAreaTop" fmla="*/ 0 h 174960"/>
                <a:gd name="textAreaBottom" fmla="*/ 175320 h 174960"/>
              </a:gdLst>
              <a:ahLst/>
              <a:cxnLst/>
              <a:rect l="textAreaLeft" t="textAreaTop" r="textAreaRight" b="textAreaBottom"/>
              <a:pathLst>
                <a:path w="36417" h="5628" fill="none">
                  <a:moveTo>
                    <a:pt x="0" y="0"/>
                  </a:moveTo>
                  <a:lnTo>
                    <a:pt x="6049" y="0"/>
                  </a:lnTo>
                  <a:lnTo>
                    <a:pt x="8379" y="2330"/>
                  </a:lnTo>
                  <a:lnTo>
                    <a:pt x="11676" y="5627"/>
                  </a:lnTo>
                  <a:lnTo>
                    <a:pt x="36416" y="5627"/>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52" name="Google Shape;2411;p27"/>
          <p:cNvGrpSpPr/>
          <p:nvPr/>
        </p:nvGrpSpPr>
        <p:grpSpPr>
          <a:xfrm>
            <a:off x="8267400" y="2926440"/>
            <a:ext cx="1105560" cy="133560"/>
            <a:chOff x="8267400" y="2926440"/>
            <a:chExt cx="1105560" cy="133560"/>
          </a:xfrm>
        </p:grpSpPr>
        <p:grpSp>
          <p:nvGrpSpPr>
            <p:cNvPr id="1853" name="Google Shape;2412;p27"/>
            <p:cNvGrpSpPr/>
            <p:nvPr/>
          </p:nvGrpSpPr>
          <p:grpSpPr>
            <a:xfrm>
              <a:off x="8267400" y="3009240"/>
              <a:ext cx="883080" cy="50760"/>
              <a:chOff x="8267400" y="3009240"/>
              <a:chExt cx="883080" cy="50760"/>
            </a:xfrm>
          </p:grpSpPr>
          <p:sp>
            <p:nvSpPr>
              <p:cNvPr id="1803" name="Google Shape;2413;p27"/>
              <p:cNvSpPr/>
              <p:nvPr/>
            </p:nvSpPr>
            <p:spPr>
              <a:xfrm>
                <a:off x="826740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4" name="Google Shape;2414;p27"/>
              <p:cNvSpPr/>
              <p:nvPr/>
            </p:nvSpPr>
            <p:spPr>
              <a:xfrm>
                <a:off x="835992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5" name="Google Shape;2415;p27"/>
              <p:cNvSpPr/>
              <p:nvPr/>
            </p:nvSpPr>
            <p:spPr>
              <a:xfrm>
                <a:off x="845244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6" name="Google Shape;2416;p27"/>
              <p:cNvSpPr/>
              <p:nvPr/>
            </p:nvSpPr>
            <p:spPr>
              <a:xfrm>
                <a:off x="854496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7" name="Google Shape;2417;p27"/>
              <p:cNvSpPr/>
              <p:nvPr/>
            </p:nvSpPr>
            <p:spPr>
              <a:xfrm>
                <a:off x="863712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8" name="Google Shape;2418;p27"/>
              <p:cNvSpPr/>
              <p:nvPr/>
            </p:nvSpPr>
            <p:spPr>
              <a:xfrm>
                <a:off x="872964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9" name="Google Shape;2419;p27"/>
              <p:cNvSpPr/>
              <p:nvPr/>
            </p:nvSpPr>
            <p:spPr>
              <a:xfrm>
                <a:off x="882216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0" name="Google Shape;2420;p27"/>
              <p:cNvSpPr/>
              <p:nvPr/>
            </p:nvSpPr>
            <p:spPr>
              <a:xfrm>
                <a:off x="891468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1" name="Google Shape;2421;p27"/>
              <p:cNvSpPr/>
              <p:nvPr/>
            </p:nvSpPr>
            <p:spPr>
              <a:xfrm>
                <a:off x="900720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2" name="Google Shape;2422;p27"/>
              <p:cNvSpPr/>
              <p:nvPr/>
            </p:nvSpPr>
            <p:spPr>
              <a:xfrm>
                <a:off x="9099720" y="3009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54" name="Google Shape;2423;p27"/>
            <p:cNvGrpSpPr/>
            <p:nvPr/>
          </p:nvGrpSpPr>
          <p:grpSpPr>
            <a:xfrm>
              <a:off x="8490240" y="2926440"/>
              <a:ext cx="882720" cy="50760"/>
              <a:chOff x="8490240" y="2926440"/>
              <a:chExt cx="882720" cy="50760"/>
            </a:xfrm>
          </p:grpSpPr>
          <p:sp>
            <p:nvSpPr>
              <p:cNvPr id="1814" name="Google Shape;2424;p27"/>
              <p:cNvSpPr/>
              <p:nvPr/>
            </p:nvSpPr>
            <p:spPr>
              <a:xfrm>
                <a:off x="849024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5" name="Google Shape;2425;p27"/>
              <p:cNvSpPr/>
              <p:nvPr/>
            </p:nvSpPr>
            <p:spPr>
              <a:xfrm>
                <a:off x="858240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6" name="Google Shape;2426;p27"/>
              <p:cNvSpPr/>
              <p:nvPr/>
            </p:nvSpPr>
            <p:spPr>
              <a:xfrm>
                <a:off x="867492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7" name="Google Shape;2427;p27"/>
              <p:cNvSpPr/>
              <p:nvPr/>
            </p:nvSpPr>
            <p:spPr>
              <a:xfrm>
                <a:off x="876744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8" name="Google Shape;2428;p27"/>
              <p:cNvSpPr/>
              <p:nvPr/>
            </p:nvSpPr>
            <p:spPr>
              <a:xfrm>
                <a:off x="885996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9" name="Google Shape;2429;p27"/>
              <p:cNvSpPr/>
              <p:nvPr/>
            </p:nvSpPr>
            <p:spPr>
              <a:xfrm>
                <a:off x="895248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0" name="Google Shape;2430;p27"/>
              <p:cNvSpPr/>
              <p:nvPr/>
            </p:nvSpPr>
            <p:spPr>
              <a:xfrm>
                <a:off x="904500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1" name="Google Shape;2431;p27"/>
              <p:cNvSpPr/>
              <p:nvPr/>
            </p:nvSpPr>
            <p:spPr>
              <a:xfrm>
                <a:off x="913752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2" name="Google Shape;2432;p27"/>
              <p:cNvSpPr/>
              <p:nvPr/>
            </p:nvSpPr>
            <p:spPr>
              <a:xfrm>
                <a:off x="922968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3" name="Google Shape;2433;p27"/>
              <p:cNvSpPr/>
              <p:nvPr/>
            </p:nvSpPr>
            <p:spPr>
              <a:xfrm>
                <a:off x="9322200" y="2926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855" name="Google Shape;2434;p27"/>
          <p:cNvGrpSpPr/>
          <p:nvPr/>
        </p:nvGrpSpPr>
        <p:grpSpPr>
          <a:xfrm>
            <a:off x="2360160" y="376200"/>
            <a:ext cx="1252440" cy="50760"/>
            <a:chOff x="2360160" y="376200"/>
            <a:chExt cx="1252440" cy="50760"/>
          </a:xfrm>
        </p:grpSpPr>
        <p:sp>
          <p:nvSpPr>
            <p:cNvPr id="1825" name="Google Shape;2435;p27"/>
            <p:cNvSpPr/>
            <p:nvPr/>
          </p:nvSpPr>
          <p:spPr>
            <a:xfrm>
              <a:off x="236016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6" name="Google Shape;2436;p27"/>
            <p:cNvSpPr/>
            <p:nvPr/>
          </p:nvSpPr>
          <p:spPr>
            <a:xfrm>
              <a:off x="245232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7" name="Google Shape;2437;p27"/>
            <p:cNvSpPr/>
            <p:nvPr/>
          </p:nvSpPr>
          <p:spPr>
            <a:xfrm>
              <a:off x="254484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8" name="Google Shape;2438;p27"/>
            <p:cNvSpPr/>
            <p:nvPr/>
          </p:nvSpPr>
          <p:spPr>
            <a:xfrm>
              <a:off x="263736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9" name="Google Shape;2439;p27"/>
            <p:cNvSpPr/>
            <p:nvPr/>
          </p:nvSpPr>
          <p:spPr>
            <a:xfrm>
              <a:off x="272988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0" name="Google Shape;2440;p27"/>
            <p:cNvSpPr/>
            <p:nvPr/>
          </p:nvSpPr>
          <p:spPr>
            <a:xfrm>
              <a:off x="282240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1" name="Google Shape;2441;p27"/>
            <p:cNvSpPr/>
            <p:nvPr/>
          </p:nvSpPr>
          <p:spPr>
            <a:xfrm>
              <a:off x="291492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2" name="Google Shape;2442;p27"/>
            <p:cNvSpPr/>
            <p:nvPr/>
          </p:nvSpPr>
          <p:spPr>
            <a:xfrm>
              <a:off x="300744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3" name="Google Shape;2443;p27"/>
            <p:cNvSpPr/>
            <p:nvPr/>
          </p:nvSpPr>
          <p:spPr>
            <a:xfrm>
              <a:off x="309960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4" name="Google Shape;2444;p27"/>
            <p:cNvSpPr/>
            <p:nvPr/>
          </p:nvSpPr>
          <p:spPr>
            <a:xfrm>
              <a:off x="319212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5" name="Google Shape;2445;p27"/>
            <p:cNvSpPr/>
            <p:nvPr/>
          </p:nvSpPr>
          <p:spPr>
            <a:xfrm>
              <a:off x="328464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6" name="Google Shape;2446;p27"/>
            <p:cNvSpPr/>
            <p:nvPr/>
          </p:nvSpPr>
          <p:spPr>
            <a:xfrm>
              <a:off x="337716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7" name="Google Shape;2447;p27"/>
            <p:cNvSpPr/>
            <p:nvPr/>
          </p:nvSpPr>
          <p:spPr>
            <a:xfrm>
              <a:off x="346932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8" name="Google Shape;2448;p27"/>
            <p:cNvSpPr/>
            <p:nvPr/>
          </p:nvSpPr>
          <p:spPr>
            <a:xfrm>
              <a:off x="3561840" y="3762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85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_13">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857" name="Google Shape;2450;p28"/>
          <p:cNvGrpSpPr/>
          <p:nvPr/>
        </p:nvGrpSpPr>
        <p:grpSpPr>
          <a:xfrm>
            <a:off x="0" y="0"/>
            <a:ext cx="9143280" cy="5142960"/>
            <a:chOff x="0" y="0"/>
            <a:chExt cx="9143280" cy="5142960"/>
          </a:xfrm>
        </p:grpSpPr>
        <p:sp>
          <p:nvSpPr>
            <p:cNvPr id="1858" name="Google Shape;2451;p28"/>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9" name="Google Shape;2452;p28"/>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0" name="Google Shape;2453;p28"/>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1" name="Google Shape;2454;p28"/>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2" name="Google Shape;2455;p28"/>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3" name="Google Shape;2456;p28"/>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4" name="Google Shape;2457;p28"/>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5" name="Google Shape;2458;p28"/>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6" name="Google Shape;2459;p28"/>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7" name="Google Shape;2460;p28"/>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8" name="Google Shape;2461;p28"/>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9" name="Google Shape;2462;p28"/>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0" name="Google Shape;2463;p28"/>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1" name="Google Shape;2464;p28"/>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2" name="Google Shape;2465;p28"/>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3" name="Google Shape;2466;p28"/>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4" name="Google Shape;2467;p28"/>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5" name="Google Shape;2468;p28"/>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6" name="Google Shape;2469;p28"/>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7" name="Google Shape;2470;p28"/>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8" name="Google Shape;2471;p28"/>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9" name="Google Shape;2472;p28"/>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0" name="Google Shape;2473;p28"/>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1" name="Google Shape;2474;p28"/>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2" name="Google Shape;2475;p28"/>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3" name="Google Shape;2476;p28"/>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4" name="Google Shape;2477;p28"/>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5" name="Google Shape;2478;p28"/>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6" name="Google Shape;2479;p28"/>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7" name="Google Shape;2480;p28"/>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8" name="Google Shape;2481;p28"/>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9" name="Google Shape;2482;p28"/>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0" name="Google Shape;2483;p28"/>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1" name="Google Shape;2484;p28"/>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2" name="Google Shape;2485;p28"/>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3" name="Google Shape;2486;p28"/>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4" name="Google Shape;2487;p28"/>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5" name="Google Shape;2488;p28"/>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96" name="Google Shape;2489;p28"/>
          <p:cNvGrpSpPr/>
          <p:nvPr/>
        </p:nvGrpSpPr>
        <p:grpSpPr>
          <a:xfrm>
            <a:off x="-141480" y="2076840"/>
            <a:ext cx="552600" cy="98640"/>
            <a:chOff x="-141480" y="2076840"/>
            <a:chExt cx="552600" cy="98640"/>
          </a:xfrm>
        </p:grpSpPr>
        <p:sp>
          <p:nvSpPr>
            <p:cNvPr id="1897" name="Google Shape;2490;p28"/>
            <p:cNvSpPr/>
            <p:nvPr/>
          </p:nvSpPr>
          <p:spPr>
            <a:xfrm rot="5400000">
              <a:off x="312480" y="207684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8" name="Google Shape;2491;p28"/>
            <p:cNvSpPr/>
            <p:nvPr/>
          </p:nvSpPr>
          <p:spPr>
            <a:xfrm rot="5400000">
              <a:off x="339120" y="21034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99" name="Google Shape;2492;p28"/>
            <p:cNvSpPr/>
            <p:nvPr/>
          </p:nvSpPr>
          <p:spPr>
            <a:xfrm rot="5400000">
              <a:off x="-141480" y="20797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0" name="Google Shape;2493;p28"/>
            <p:cNvSpPr/>
            <p:nvPr/>
          </p:nvSpPr>
          <p:spPr>
            <a:xfrm rot="5400000">
              <a:off x="-117720" y="21038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01" name="Google Shape;2494;p28"/>
            <p:cNvSpPr/>
            <p:nvPr/>
          </p:nvSpPr>
          <p:spPr>
            <a:xfrm rot="5400000">
              <a:off x="134640" y="194112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02" name="Google Shape;2495;p28"/>
          <p:cNvGrpSpPr/>
          <p:nvPr/>
        </p:nvGrpSpPr>
        <p:grpSpPr>
          <a:xfrm>
            <a:off x="-839880" y="2843640"/>
            <a:ext cx="1822680" cy="196200"/>
            <a:chOff x="-839880" y="2843640"/>
            <a:chExt cx="1822680" cy="196200"/>
          </a:xfrm>
        </p:grpSpPr>
        <p:sp>
          <p:nvSpPr>
            <p:cNvPr id="1903" name="Google Shape;2496;p28"/>
            <p:cNvSpPr/>
            <p:nvPr/>
          </p:nvSpPr>
          <p:spPr>
            <a:xfrm flipH="1">
              <a:off x="-839880" y="2889720"/>
              <a:ext cx="1723680" cy="150120"/>
            </a:xfrm>
            <a:custGeom>
              <a:avLst/>
              <a:gdLst>
                <a:gd name="textAreaLeft" fmla="*/ 360 w 1723680"/>
                <a:gd name="textAreaRight" fmla="*/ 172440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4" name="Google Shape;2497;p28"/>
            <p:cNvSpPr/>
            <p:nvPr/>
          </p:nvSpPr>
          <p:spPr>
            <a:xfrm flipH="1">
              <a:off x="891360" y="284364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5" name="Google Shape;2498;p28"/>
            <p:cNvSpPr/>
            <p:nvPr/>
          </p:nvSpPr>
          <p:spPr>
            <a:xfrm flipH="1">
              <a:off x="914400" y="286812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906" name="Google Shape;2499;p28"/>
          <p:cNvSpPr/>
          <p:nvPr/>
        </p:nvSpPr>
        <p:spPr>
          <a:xfrm rot="5400000">
            <a:off x="8206560" y="385920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07" name="Google Shape;2500;p28"/>
          <p:cNvSpPr/>
          <p:nvPr/>
        </p:nvSpPr>
        <p:spPr>
          <a:xfrm>
            <a:off x="8206200" y="-34884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908" name="Google Shape;2501;p28"/>
          <p:cNvGrpSpPr/>
          <p:nvPr/>
        </p:nvGrpSpPr>
        <p:grpSpPr>
          <a:xfrm>
            <a:off x="8267400" y="3231000"/>
            <a:ext cx="1105560" cy="133560"/>
            <a:chOff x="8267400" y="3231000"/>
            <a:chExt cx="1105560" cy="133560"/>
          </a:xfrm>
        </p:grpSpPr>
        <p:grpSp>
          <p:nvGrpSpPr>
            <p:cNvPr id="1909" name="Google Shape;2502;p28"/>
            <p:cNvGrpSpPr/>
            <p:nvPr/>
          </p:nvGrpSpPr>
          <p:grpSpPr>
            <a:xfrm>
              <a:off x="8267400" y="3313800"/>
              <a:ext cx="883080" cy="50760"/>
              <a:chOff x="8267400" y="3313800"/>
              <a:chExt cx="883080" cy="50760"/>
            </a:xfrm>
          </p:grpSpPr>
          <p:sp>
            <p:nvSpPr>
              <p:cNvPr id="1910" name="Google Shape;2503;p28"/>
              <p:cNvSpPr/>
              <p:nvPr/>
            </p:nvSpPr>
            <p:spPr>
              <a:xfrm>
                <a:off x="826740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1" name="Google Shape;2504;p28"/>
              <p:cNvSpPr/>
              <p:nvPr/>
            </p:nvSpPr>
            <p:spPr>
              <a:xfrm>
                <a:off x="835992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2" name="Google Shape;2505;p28"/>
              <p:cNvSpPr/>
              <p:nvPr/>
            </p:nvSpPr>
            <p:spPr>
              <a:xfrm>
                <a:off x="845244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3" name="Google Shape;2506;p28"/>
              <p:cNvSpPr/>
              <p:nvPr/>
            </p:nvSpPr>
            <p:spPr>
              <a:xfrm>
                <a:off x="854496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4" name="Google Shape;2507;p28"/>
              <p:cNvSpPr/>
              <p:nvPr/>
            </p:nvSpPr>
            <p:spPr>
              <a:xfrm>
                <a:off x="863712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5" name="Google Shape;2508;p28"/>
              <p:cNvSpPr/>
              <p:nvPr/>
            </p:nvSpPr>
            <p:spPr>
              <a:xfrm>
                <a:off x="872964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6" name="Google Shape;2509;p28"/>
              <p:cNvSpPr/>
              <p:nvPr/>
            </p:nvSpPr>
            <p:spPr>
              <a:xfrm>
                <a:off x="882216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7" name="Google Shape;2510;p28"/>
              <p:cNvSpPr/>
              <p:nvPr/>
            </p:nvSpPr>
            <p:spPr>
              <a:xfrm>
                <a:off x="891468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8" name="Google Shape;2511;p28"/>
              <p:cNvSpPr/>
              <p:nvPr/>
            </p:nvSpPr>
            <p:spPr>
              <a:xfrm>
                <a:off x="900720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9" name="Google Shape;2512;p28"/>
              <p:cNvSpPr/>
              <p:nvPr/>
            </p:nvSpPr>
            <p:spPr>
              <a:xfrm>
                <a:off x="909972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20" name="Google Shape;2513;p28"/>
            <p:cNvGrpSpPr/>
            <p:nvPr/>
          </p:nvGrpSpPr>
          <p:grpSpPr>
            <a:xfrm>
              <a:off x="8490240" y="3231000"/>
              <a:ext cx="882720" cy="50760"/>
              <a:chOff x="8490240" y="3231000"/>
              <a:chExt cx="882720" cy="50760"/>
            </a:xfrm>
          </p:grpSpPr>
          <p:sp>
            <p:nvSpPr>
              <p:cNvPr id="1921" name="Google Shape;2514;p28"/>
              <p:cNvSpPr/>
              <p:nvPr/>
            </p:nvSpPr>
            <p:spPr>
              <a:xfrm>
                <a:off x="849024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2" name="Google Shape;2515;p28"/>
              <p:cNvSpPr/>
              <p:nvPr/>
            </p:nvSpPr>
            <p:spPr>
              <a:xfrm>
                <a:off x="858240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3" name="Google Shape;2516;p28"/>
              <p:cNvSpPr/>
              <p:nvPr/>
            </p:nvSpPr>
            <p:spPr>
              <a:xfrm>
                <a:off x="867492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4" name="Google Shape;2517;p28"/>
              <p:cNvSpPr/>
              <p:nvPr/>
            </p:nvSpPr>
            <p:spPr>
              <a:xfrm>
                <a:off x="876744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5" name="Google Shape;2518;p28"/>
              <p:cNvSpPr/>
              <p:nvPr/>
            </p:nvSpPr>
            <p:spPr>
              <a:xfrm>
                <a:off x="885996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6" name="Google Shape;2519;p28"/>
              <p:cNvSpPr/>
              <p:nvPr/>
            </p:nvSpPr>
            <p:spPr>
              <a:xfrm>
                <a:off x="895248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7" name="Google Shape;2520;p28"/>
              <p:cNvSpPr/>
              <p:nvPr/>
            </p:nvSpPr>
            <p:spPr>
              <a:xfrm>
                <a:off x="904500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8" name="Google Shape;2521;p28"/>
              <p:cNvSpPr/>
              <p:nvPr/>
            </p:nvSpPr>
            <p:spPr>
              <a:xfrm>
                <a:off x="913752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9" name="Google Shape;2522;p28"/>
              <p:cNvSpPr/>
              <p:nvPr/>
            </p:nvSpPr>
            <p:spPr>
              <a:xfrm>
                <a:off x="922968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0" name="Google Shape;2523;p28"/>
              <p:cNvSpPr/>
              <p:nvPr/>
            </p:nvSpPr>
            <p:spPr>
              <a:xfrm>
                <a:off x="932220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931" name="Google Shape;2524;p28"/>
          <p:cNvGrpSpPr/>
          <p:nvPr/>
        </p:nvGrpSpPr>
        <p:grpSpPr>
          <a:xfrm>
            <a:off x="4834440" y="-108000"/>
            <a:ext cx="1520640" cy="301680"/>
            <a:chOff x="4834440" y="-108000"/>
            <a:chExt cx="1520640" cy="301680"/>
          </a:xfrm>
        </p:grpSpPr>
        <p:sp>
          <p:nvSpPr>
            <p:cNvPr id="1932" name="Google Shape;2525;p28"/>
            <p:cNvSpPr/>
            <p:nvPr/>
          </p:nvSpPr>
          <p:spPr>
            <a:xfrm flipH="1">
              <a:off x="4925880" y="-61560"/>
              <a:ext cx="1335240" cy="209160"/>
            </a:xfrm>
            <a:custGeom>
              <a:avLst/>
              <a:gdLst>
                <a:gd name="textAreaLeft" fmla="*/ -360 w 1335240"/>
                <a:gd name="textAreaRight" fmla="*/ 133524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3" name="Google Shape;2526;p28"/>
            <p:cNvSpPr/>
            <p:nvPr/>
          </p:nvSpPr>
          <p:spPr>
            <a:xfrm flipH="1">
              <a:off x="4834440" y="10224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4" name="Google Shape;2527;p28"/>
            <p:cNvSpPr/>
            <p:nvPr/>
          </p:nvSpPr>
          <p:spPr>
            <a:xfrm flipH="1">
              <a:off x="4858560" y="12672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5" name="Google Shape;2528;p28"/>
            <p:cNvSpPr/>
            <p:nvPr/>
          </p:nvSpPr>
          <p:spPr>
            <a:xfrm flipH="1">
              <a:off x="6263640" y="-108000"/>
              <a:ext cx="91440" cy="92520"/>
            </a:xfrm>
            <a:custGeom>
              <a:avLst/>
              <a:gdLst>
                <a:gd name="textAreaLeft" fmla="*/ 360 w 91440"/>
                <a:gd name="textAreaRight" fmla="*/ 9216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6" name="Google Shape;2529;p28"/>
            <p:cNvSpPr/>
            <p:nvPr/>
          </p:nvSpPr>
          <p:spPr>
            <a:xfrm flipH="1">
              <a:off x="6287760" y="-83160"/>
              <a:ext cx="42840" cy="42840"/>
            </a:xfrm>
            <a:custGeom>
              <a:avLst/>
              <a:gdLst>
                <a:gd name="textAreaLeft" fmla="*/ -360 w 42840"/>
                <a:gd name="textAreaRight" fmla="*/ 4284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37" name="Google Shape;2530;p28"/>
          <p:cNvGrpSpPr/>
          <p:nvPr/>
        </p:nvGrpSpPr>
        <p:grpSpPr>
          <a:xfrm>
            <a:off x="636120" y="-1455120"/>
            <a:ext cx="347040" cy="2297160"/>
            <a:chOff x="636120" y="-1455120"/>
            <a:chExt cx="347040" cy="2297160"/>
          </a:xfrm>
        </p:grpSpPr>
        <p:sp>
          <p:nvSpPr>
            <p:cNvPr id="1938" name="Google Shape;2531;p28"/>
            <p:cNvSpPr/>
            <p:nvPr/>
          </p:nvSpPr>
          <p:spPr>
            <a:xfrm rot="5400000">
              <a:off x="-327240" y="-49176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9" name="Google Shape;2532;p28"/>
            <p:cNvSpPr/>
            <p:nvPr/>
          </p:nvSpPr>
          <p:spPr>
            <a:xfrm rot="5400000">
              <a:off x="-47880" y="-18900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940" name="Google Shape;2533;p28"/>
          <p:cNvSpPr/>
          <p:nvPr/>
        </p:nvSpPr>
        <p:spPr>
          <a:xfrm rot="16200000">
            <a:off x="348840" y="420804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941" name="Google Shape;2534;p28"/>
          <p:cNvGrpSpPr/>
          <p:nvPr/>
        </p:nvGrpSpPr>
        <p:grpSpPr>
          <a:xfrm>
            <a:off x="333720" y="4164840"/>
            <a:ext cx="301680" cy="1520280"/>
            <a:chOff x="333720" y="4164840"/>
            <a:chExt cx="301680" cy="1520280"/>
          </a:xfrm>
        </p:grpSpPr>
        <p:sp>
          <p:nvSpPr>
            <p:cNvPr id="1942" name="Google Shape;2535;p28"/>
            <p:cNvSpPr/>
            <p:nvPr/>
          </p:nvSpPr>
          <p:spPr>
            <a:xfrm>
              <a:off x="380160" y="4256640"/>
              <a:ext cx="209160" cy="1335240"/>
            </a:xfrm>
            <a:custGeom>
              <a:avLst/>
              <a:gdLst>
                <a:gd name="textAreaLeft" fmla="*/ 0 w 209160"/>
                <a:gd name="textAreaRight" fmla="*/ 209520 w 209160"/>
                <a:gd name="textAreaTop" fmla="*/ 0 h 1335240"/>
                <a:gd name="textAreaBottom" fmla="*/ 1335600 h 1335240"/>
              </a:gdLst>
              <a:ahLst/>
              <a:cxnLst/>
              <a:rect l="textAreaLeft" t="textAreaTop" r="textAreaRight" b="textAreaBottom"/>
              <a:pathLst>
                <a:path w="6719" h="42862" fill="none">
                  <a:moveTo>
                    <a:pt x="0" y="42862"/>
                  </a:moveTo>
                  <a:lnTo>
                    <a:pt x="0" y="23799"/>
                  </a:lnTo>
                  <a:lnTo>
                    <a:pt x="6718" y="17056"/>
                  </a:lnTo>
                  <a:lnTo>
                    <a:pt x="6718"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3" name="Google Shape;2536;p28"/>
            <p:cNvSpPr/>
            <p:nvPr/>
          </p:nvSpPr>
          <p:spPr>
            <a:xfrm>
              <a:off x="543960" y="41648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4" name="Google Shape;2537;p28"/>
            <p:cNvSpPr/>
            <p:nvPr/>
          </p:nvSpPr>
          <p:spPr>
            <a:xfrm>
              <a:off x="567720" y="41886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5" name="Google Shape;2538;p28"/>
            <p:cNvSpPr/>
            <p:nvPr/>
          </p:nvSpPr>
          <p:spPr>
            <a:xfrm>
              <a:off x="333720" y="559368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6" name="Google Shape;2539;p28"/>
            <p:cNvSpPr/>
            <p:nvPr/>
          </p:nvSpPr>
          <p:spPr>
            <a:xfrm>
              <a:off x="358560" y="56185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47" name="Google Shape;2540;p28"/>
          <p:cNvGrpSpPr/>
          <p:nvPr/>
        </p:nvGrpSpPr>
        <p:grpSpPr>
          <a:xfrm>
            <a:off x="8490240" y="2144520"/>
            <a:ext cx="882720" cy="241560"/>
            <a:chOff x="8490240" y="2144520"/>
            <a:chExt cx="882720" cy="241560"/>
          </a:xfrm>
        </p:grpSpPr>
        <p:sp>
          <p:nvSpPr>
            <p:cNvPr id="1948" name="Google Shape;2541;p28"/>
            <p:cNvSpPr/>
            <p:nvPr/>
          </p:nvSpPr>
          <p:spPr>
            <a:xfrm>
              <a:off x="8490240" y="214452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9" name="Google Shape;2542;p28"/>
            <p:cNvSpPr/>
            <p:nvPr/>
          </p:nvSpPr>
          <p:spPr>
            <a:xfrm>
              <a:off x="8637480" y="21445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0" name="Google Shape;2543;p28"/>
            <p:cNvSpPr/>
            <p:nvPr/>
          </p:nvSpPr>
          <p:spPr>
            <a:xfrm>
              <a:off x="8783640" y="21445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1" name="Google Shape;2544;p28"/>
            <p:cNvSpPr/>
            <p:nvPr/>
          </p:nvSpPr>
          <p:spPr>
            <a:xfrm>
              <a:off x="8929800" y="21445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2" name="Google Shape;2545;p28"/>
            <p:cNvSpPr/>
            <p:nvPr/>
          </p:nvSpPr>
          <p:spPr>
            <a:xfrm>
              <a:off x="9076320" y="21445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3" name="Google Shape;2546;p28"/>
            <p:cNvSpPr/>
            <p:nvPr/>
          </p:nvSpPr>
          <p:spPr>
            <a:xfrm>
              <a:off x="9222480" y="21445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_12">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954" name="Google Shape;2548;p29"/>
          <p:cNvGrpSpPr/>
          <p:nvPr/>
        </p:nvGrpSpPr>
        <p:grpSpPr>
          <a:xfrm>
            <a:off x="0" y="0"/>
            <a:ext cx="9143280" cy="5142960"/>
            <a:chOff x="0" y="0"/>
            <a:chExt cx="9143280" cy="5142960"/>
          </a:xfrm>
        </p:grpSpPr>
        <p:sp>
          <p:nvSpPr>
            <p:cNvPr id="1955" name="Google Shape;2549;p29"/>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6" name="Google Shape;2550;p29"/>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7" name="Google Shape;2551;p29"/>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8" name="Google Shape;2552;p29"/>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9" name="Google Shape;2553;p29"/>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0" name="Google Shape;2554;p29"/>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1" name="Google Shape;2555;p29"/>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2" name="Google Shape;2556;p29"/>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3" name="Google Shape;2557;p29"/>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4" name="Google Shape;2558;p29"/>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5" name="Google Shape;2559;p29"/>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6" name="Google Shape;2560;p29"/>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7" name="Google Shape;2561;p29"/>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8" name="Google Shape;2562;p29"/>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9" name="Google Shape;2563;p29"/>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0" name="Google Shape;2564;p29"/>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1" name="Google Shape;2565;p29"/>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2" name="Google Shape;2566;p29"/>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3" name="Google Shape;2567;p29"/>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4" name="Google Shape;2568;p29"/>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5" name="Google Shape;2569;p29"/>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6" name="Google Shape;2570;p29"/>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7" name="Google Shape;2571;p29"/>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8" name="Google Shape;2572;p29"/>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9" name="Google Shape;2573;p29"/>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0" name="Google Shape;2574;p29"/>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1" name="Google Shape;2575;p29"/>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2" name="Google Shape;2576;p29"/>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3" name="Google Shape;2577;p29"/>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4" name="Google Shape;2578;p29"/>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5" name="Google Shape;2579;p29"/>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6" name="Google Shape;2580;p29"/>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7" name="Google Shape;2581;p29"/>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8" name="Google Shape;2582;p29"/>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9" name="Google Shape;2583;p29"/>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90" name="Google Shape;2584;p29"/>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91" name="Google Shape;2585;p29"/>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92" name="Google Shape;2586;p29"/>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93" name="Google Shape;2587;p29"/>
          <p:cNvGrpSpPr/>
          <p:nvPr/>
        </p:nvGrpSpPr>
        <p:grpSpPr>
          <a:xfrm>
            <a:off x="-141480" y="1009800"/>
            <a:ext cx="552600" cy="98640"/>
            <a:chOff x="-141480" y="1009800"/>
            <a:chExt cx="552600" cy="98640"/>
          </a:xfrm>
        </p:grpSpPr>
        <p:sp>
          <p:nvSpPr>
            <p:cNvPr id="1994" name="Google Shape;2588;p29"/>
            <p:cNvSpPr/>
            <p:nvPr/>
          </p:nvSpPr>
          <p:spPr>
            <a:xfrm rot="5400000">
              <a:off x="312480" y="100980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95" name="Google Shape;2589;p29"/>
            <p:cNvSpPr/>
            <p:nvPr/>
          </p:nvSpPr>
          <p:spPr>
            <a:xfrm rot="5400000">
              <a:off x="339120" y="103680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6" name="Google Shape;2590;p29"/>
            <p:cNvSpPr/>
            <p:nvPr/>
          </p:nvSpPr>
          <p:spPr>
            <a:xfrm rot="5400000">
              <a:off x="-141480" y="10130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97" name="Google Shape;2591;p29"/>
            <p:cNvSpPr/>
            <p:nvPr/>
          </p:nvSpPr>
          <p:spPr>
            <a:xfrm rot="5400000">
              <a:off x="-117720" y="10368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8" name="Google Shape;2592;p29"/>
            <p:cNvSpPr/>
            <p:nvPr/>
          </p:nvSpPr>
          <p:spPr>
            <a:xfrm rot="5400000">
              <a:off x="134640" y="87408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99" name="Google Shape;2593;p29"/>
          <p:cNvGrpSpPr/>
          <p:nvPr/>
        </p:nvGrpSpPr>
        <p:grpSpPr>
          <a:xfrm>
            <a:off x="-1414440" y="1991880"/>
            <a:ext cx="2297520" cy="347040"/>
            <a:chOff x="-1414440" y="1991880"/>
            <a:chExt cx="2297520" cy="347040"/>
          </a:xfrm>
        </p:grpSpPr>
        <p:sp>
          <p:nvSpPr>
            <p:cNvPr id="2000" name="Google Shape;2594;p29"/>
            <p:cNvSpPr/>
            <p:nvPr/>
          </p:nvSpPr>
          <p:spPr>
            <a:xfrm>
              <a:off x="-1414440" y="227124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1" name="Google Shape;2595;p29"/>
            <p:cNvSpPr/>
            <p:nvPr/>
          </p:nvSpPr>
          <p:spPr>
            <a:xfrm>
              <a:off x="-1111320" y="199188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02" name="Google Shape;2596;p29"/>
          <p:cNvGrpSpPr/>
          <p:nvPr/>
        </p:nvGrpSpPr>
        <p:grpSpPr>
          <a:xfrm>
            <a:off x="-799200" y="3300840"/>
            <a:ext cx="1822320" cy="196560"/>
            <a:chOff x="-799200" y="3300840"/>
            <a:chExt cx="1822320" cy="196560"/>
          </a:xfrm>
        </p:grpSpPr>
        <p:sp>
          <p:nvSpPr>
            <p:cNvPr id="2003" name="Google Shape;2597;p29"/>
            <p:cNvSpPr/>
            <p:nvPr/>
          </p:nvSpPr>
          <p:spPr>
            <a:xfrm flipH="1">
              <a:off x="-799200" y="3347280"/>
              <a:ext cx="1723680" cy="150120"/>
            </a:xfrm>
            <a:custGeom>
              <a:avLst/>
              <a:gdLst>
                <a:gd name="textAreaLeft" fmla="*/ 360 w 1723680"/>
                <a:gd name="textAreaRight" fmla="*/ 172440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4" name="Google Shape;2598;p29"/>
            <p:cNvSpPr/>
            <p:nvPr/>
          </p:nvSpPr>
          <p:spPr>
            <a:xfrm flipH="1">
              <a:off x="931680" y="330084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5" name="Google Shape;2599;p29"/>
            <p:cNvSpPr/>
            <p:nvPr/>
          </p:nvSpPr>
          <p:spPr>
            <a:xfrm flipH="1">
              <a:off x="955080" y="332568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006" name="Google Shape;2600;p29"/>
          <p:cNvSpPr/>
          <p:nvPr/>
        </p:nvSpPr>
        <p:spPr>
          <a:xfrm rot="5400000">
            <a:off x="8205120" y="-34956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7" name="Google Shape;2601;p29"/>
          <p:cNvSpPr/>
          <p:nvPr/>
        </p:nvSpPr>
        <p:spPr>
          <a:xfrm rot="10800000">
            <a:off x="7737120" y="439308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008" name="Google Shape;2602;p29"/>
          <p:cNvGrpSpPr/>
          <p:nvPr/>
        </p:nvGrpSpPr>
        <p:grpSpPr>
          <a:xfrm>
            <a:off x="8609760" y="2354400"/>
            <a:ext cx="241560" cy="882720"/>
            <a:chOff x="8609760" y="2354400"/>
            <a:chExt cx="241560" cy="882720"/>
          </a:xfrm>
        </p:grpSpPr>
        <p:sp>
          <p:nvSpPr>
            <p:cNvPr id="2009" name="Google Shape;2603;p29"/>
            <p:cNvSpPr/>
            <p:nvPr/>
          </p:nvSpPr>
          <p:spPr>
            <a:xfrm rot="5400000">
              <a:off x="8654400" y="230940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0" name="Google Shape;2604;p29"/>
            <p:cNvSpPr/>
            <p:nvPr/>
          </p:nvSpPr>
          <p:spPr>
            <a:xfrm rot="5400000">
              <a:off x="8655120" y="24559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1" name="Google Shape;2605;p29"/>
            <p:cNvSpPr/>
            <p:nvPr/>
          </p:nvSpPr>
          <p:spPr>
            <a:xfrm rot="5400000">
              <a:off x="8655120" y="2602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2" name="Google Shape;2606;p29"/>
            <p:cNvSpPr/>
            <p:nvPr/>
          </p:nvSpPr>
          <p:spPr>
            <a:xfrm rot="5400000">
              <a:off x="8655120" y="27486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3" name="Google Shape;2607;p29"/>
            <p:cNvSpPr/>
            <p:nvPr/>
          </p:nvSpPr>
          <p:spPr>
            <a:xfrm rot="5400000">
              <a:off x="8655120" y="2894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4" name="Google Shape;2608;p29"/>
            <p:cNvSpPr/>
            <p:nvPr/>
          </p:nvSpPr>
          <p:spPr>
            <a:xfrm rot="5400000">
              <a:off x="8655120" y="30409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15" name="Google Shape;2609;p29"/>
          <p:cNvGrpSpPr/>
          <p:nvPr/>
        </p:nvGrpSpPr>
        <p:grpSpPr>
          <a:xfrm>
            <a:off x="8533080" y="-288360"/>
            <a:ext cx="301680" cy="1520280"/>
            <a:chOff x="8533080" y="-288360"/>
            <a:chExt cx="301680" cy="1520280"/>
          </a:xfrm>
        </p:grpSpPr>
        <p:sp>
          <p:nvSpPr>
            <p:cNvPr id="2016" name="Google Shape;2610;p29"/>
            <p:cNvSpPr/>
            <p:nvPr/>
          </p:nvSpPr>
          <p:spPr>
            <a:xfrm>
              <a:off x="8579520" y="-196560"/>
              <a:ext cx="209160" cy="1335240"/>
            </a:xfrm>
            <a:custGeom>
              <a:avLst/>
              <a:gdLst>
                <a:gd name="textAreaLeft" fmla="*/ 0 w 209160"/>
                <a:gd name="textAreaRight" fmla="*/ 209520 w 209160"/>
                <a:gd name="textAreaTop" fmla="*/ 0 h 1335240"/>
                <a:gd name="textAreaBottom" fmla="*/ 1335600 h 1335240"/>
              </a:gdLst>
              <a:ahLst/>
              <a:cxnLst/>
              <a:rect l="textAreaLeft" t="textAreaTop" r="textAreaRight" b="textAreaBottom"/>
              <a:pathLst>
                <a:path w="6719" h="42862" fill="none">
                  <a:moveTo>
                    <a:pt x="0" y="42862"/>
                  </a:moveTo>
                  <a:lnTo>
                    <a:pt x="0" y="23799"/>
                  </a:lnTo>
                  <a:lnTo>
                    <a:pt x="6718" y="17056"/>
                  </a:lnTo>
                  <a:lnTo>
                    <a:pt x="6718"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7" name="Google Shape;2611;p29"/>
            <p:cNvSpPr/>
            <p:nvPr/>
          </p:nvSpPr>
          <p:spPr>
            <a:xfrm>
              <a:off x="8743320" y="-2883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8" name="Google Shape;2612;p29"/>
            <p:cNvSpPr/>
            <p:nvPr/>
          </p:nvSpPr>
          <p:spPr>
            <a:xfrm>
              <a:off x="8767080" y="-2646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9" name="Google Shape;2613;p29"/>
            <p:cNvSpPr/>
            <p:nvPr/>
          </p:nvSpPr>
          <p:spPr>
            <a:xfrm>
              <a:off x="8533080" y="114048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20" name="Google Shape;2614;p29"/>
            <p:cNvSpPr/>
            <p:nvPr/>
          </p:nvSpPr>
          <p:spPr>
            <a:xfrm>
              <a:off x="8557920" y="11653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21" name="Google Shape;2615;p29"/>
          <p:cNvGrpSpPr/>
          <p:nvPr/>
        </p:nvGrpSpPr>
        <p:grpSpPr>
          <a:xfrm>
            <a:off x="1176840" y="-108000"/>
            <a:ext cx="1520640" cy="301680"/>
            <a:chOff x="1176840" y="-108000"/>
            <a:chExt cx="1520640" cy="301680"/>
          </a:xfrm>
        </p:grpSpPr>
        <p:sp>
          <p:nvSpPr>
            <p:cNvPr id="2022" name="Google Shape;2616;p29"/>
            <p:cNvSpPr/>
            <p:nvPr/>
          </p:nvSpPr>
          <p:spPr>
            <a:xfrm>
              <a:off x="1270440" y="-615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23" name="Google Shape;2617;p29"/>
            <p:cNvSpPr/>
            <p:nvPr/>
          </p:nvSpPr>
          <p:spPr>
            <a:xfrm>
              <a:off x="2606040" y="102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24" name="Google Shape;2618;p29"/>
            <p:cNvSpPr/>
            <p:nvPr/>
          </p:nvSpPr>
          <p:spPr>
            <a:xfrm>
              <a:off x="2629800" y="1267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5" name="Google Shape;2619;p29"/>
            <p:cNvSpPr/>
            <p:nvPr/>
          </p:nvSpPr>
          <p:spPr>
            <a:xfrm>
              <a:off x="1176840" y="-10800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26" name="Google Shape;2620;p29"/>
            <p:cNvSpPr/>
            <p:nvPr/>
          </p:nvSpPr>
          <p:spPr>
            <a:xfrm>
              <a:off x="1200960" y="-831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27" name="Google Shape;2621;p29"/>
          <p:cNvGrpSpPr/>
          <p:nvPr/>
        </p:nvGrpSpPr>
        <p:grpSpPr>
          <a:xfrm>
            <a:off x="6421320" y="-1455120"/>
            <a:ext cx="347040" cy="2297160"/>
            <a:chOff x="6421320" y="-1455120"/>
            <a:chExt cx="347040" cy="2297160"/>
          </a:xfrm>
        </p:grpSpPr>
        <p:sp>
          <p:nvSpPr>
            <p:cNvPr id="2028" name="Google Shape;2622;p29"/>
            <p:cNvSpPr/>
            <p:nvPr/>
          </p:nvSpPr>
          <p:spPr>
            <a:xfrm rot="5400000">
              <a:off x="5457960" y="-49176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9" name="Google Shape;2623;p29"/>
            <p:cNvSpPr/>
            <p:nvPr/>
          </p:nvSpPr>
          <p:spPr>
            <a:xfrm rot="5400000">
              <a:off x="5737320" y="-18900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30" name="Google Shape;2624;p29"/>
          <p:cNvGrpSpPr/>
          <p:nvPr/>
        </p:nvGrpSpPr>
        <p:grpSpPr>
          <a:xfrm>
            <a:off x="-222840" y="4311000"/>
            <a:ext cx="1506960" cy="586440"/>
            <a:chOff x="-222840" y="4311000"/>
            <a:chExt cx="1506960" cy="586440"/>
          </a:xfrm>
        </p:grpSpPr>
        <p:sp>
          <p:nvSpPr>
            <p:cNvPr id="2031" name="Google Shape;2625;p29"/>
            <p:cNvSpPr/>
            <p:nvPr/>
          </p:nvSpPr>
          <p:spPr>
            <a:xfrm rot="16200000">
              <a:off x="348840" y="396216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032" name="Google Shape;2626;p29"/>
            <p:cNvGrpSpPr/>
            <p:nvPr/>
          </p:nvGrpSpPr>
          <p:grpSpPr>
            <a:xfrm>
              <a:off x="-222840" y="4537080"/>
              <a:ext cx="1105920" cy="133560"/>
              <a:chOff x="-222840" y="4537080"/>
              <a:chExt cx="1105920" cy="133560"/>
            </a:xfrm>
          </p:grpSpPr>
          <p:grpSp>
            <p:nvGrpSpPr>
              <p:cNvPr id="2033" name="Google Shape;2627;p29"/>
              <p:cNvGrpSpPr/>
              <p:nvPr/>
            </p:nvGrpSpPr>
            <p:grpSpPr>
              <a:xfrm>
                <a:off x="-222840" y="4619880"/>
                <a:ext cx="883080" cy="50760"/>
                <a:chOff x="-222840" y="4619880"/>
                <a:chExt cx="883080" cy="50760"/>
              </a:xfrm>
            </p:grpSpPr>
            <p:sp>
              <p:nvSpPr>
                <p:cNvPr id="2034" name="Google Shape;2628;p29"/>
                <p:cNvSpPr/>
                <p:nvPr/>
              </p:nvSpPr>
              <p:spPr>
                <a:xfrm>
                  <a:off x="-222840" y="46198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5" name="Google Shape;2629;p29"/>
                <p:cNvSpPr/>
                <p:nvPr/>
              </p:nvSpPr>
              <p:spPr>
                <a:xfrm>
                  <a:off x="-130320" y="46198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6" name="Google Shape;2630;p29"/>
                <p:cNvSpPr/>
                <p:nvPr/>
              </p:nvSpPr>
              <p:spPr>
                <a:xfrm>
                  <a:off x="-37800" y="46198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7" name="Google Shape;2631;p29"/>
                <p:cNvSpPr/>
                <p:nvPr/>
              </p:nvSpPr>
              <p:spPr>
                <a:xfrm>
                  <a:off x="54720" y="46198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8" name="Google Shape;2632;p29"/>
                <p:cNvSpPr/>
                <p:nvPr/>
              </p:nvSpPr>
              <p:spPr>
                <a:xfrm>
                  <a:off x="147240" y="46198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9" name="Google Shape;2633;p29"/>
                <p:cNvSpPr/>
                <p:nvPr/>
              </p:nvSpPr>
              <p:spPr>
                <a:xfrm>
                  <a:off x="239760" y="46198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0" name="Google Shape;2634;p29"/>
                <p:cNvSpPr/>
                <p:nvPr/>
              </p:nvSpPr>
              <p:spPr>
                <a:xfrm>
                  <a:off x="331920" y="46198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1" name="Google Shape;2635;p29"/>
                <p:cNvSpPr/>
                <p:nvPr/>
              </p:nvSpPr>
              <p:spPr>
                <a:xfrm>
                  <a:off x="424440" y="46198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2" name="Google Shape;2636;p29"/>
                <p:cNvSpPr/>
                <p:nvPr/>
              </p:nvSpPr>
              <p:spPr>
                <a:xfrm>
                  <a:off x="516960" y="46198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3" name="Google Shape;2637;p29"/>
                <p:cNvSpPr/>
                <p:nvPr/>
              </p:nvSpPr>
              <p:spPr>
                <a:xfrm>
                  <a:off x="609480" y="46198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44" name="Google Shape;2638;p29"/>
              <p:cNvGrpSpPr/>
              <p:nvPr/>
            </p:nvGrpSpPr>
            <p:grpSpPr>
              <a:xfrm>
                <a:off x="0" y="4537080"/>
                <a:ext cx="883080" cy="50760"/>
                <a:chOff x="0" y="4537080"/>
                <a:chExt cx="883080" cy="50760"/>
              </a:xfrm>
            </p:grpSpPr>
            <p:sp>
              <p:nvSpPr>
                <p:cNvPr id="2045" name="Google Shape;2639;p29"/>
                <p:cNvSpPr/>
                <p:nvPr/>
              </p:nvSpPr>
              <p:spPr>
                <a:xfrm>
                  <a:off x="0" y="4537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6" name="Google Shape;2640;p29"/>
                <p:cNvSpPr/>
                <p:nvPr/>
              </p:nvSpPr>
              <p:spPr>
                <a:xfrm>
                  <a:off x="92520" y="4537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7" name="Google Shape;2641;p29"/>
                <p:cNvSpPr/>
                <p:nvPr/>
              </p:nvSpPr>
              <p:spPr>
                <a:xfrm>
                  <a:off x="185040" y="4537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8" name="Google Shape;2642;p29"/>
                <p:cNvSpPr/>
                <p:nvPr/>
              </p:nvSpPr>
              <p:spPr>
                <a:xfrm>
                  <a:off x="277200" y="4537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9" name="Google Shape;2643;p29"/>
                <p:cNvSpPr/>
                <p:nvPr/>
              </p:nvSpPr>
              <p:spPr>
                <a:xfrm>
                  <a:off x="369720" y="4537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0" name="Google Shape;2644;p29"/>
                <p:cNvSpPr/>
                <p:nvPr/>
              </p:nvSpPr>
              <p:spPr>
                <a:xfrm>
                  <a:off x="462240" y="4537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1" name="Google Shape;2645;p29"/>
                <p:cNvSpPr/>
                <p:nvPr/>
              </p:nvSpPr>
              <p:spPr>
                <a:xfrm>
                  <a:off x="554760" y="4537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2" name="Google Shape;2646;p29"/>
                <p:cNvSpPr/>
                <p:nvPr/>
              </p:nvSpPr>
              <p:spPr>
                <a:xfrm>
                  <a:off x="647280" y="4537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3" name="Google Shape;2647;p29"/>
                <p:cNvSpPr/>
                <p:nvPr/>
              </p:nvSpPr>
              <p:spPr>
                <a:xfrm>
                  <a:off x="739800" y="4537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4" name="Google Shape;2648;p29"/>
                <p:cNvSpPr/>
                <p:nvPr/>
              </p:nvSpPr>
              <p:spPr>
                <a:xfrm>
                  <a:off x="832320" y="45370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_12_1">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055" name="Google Shape;2650;p30"/>
          <p:cNvGrpSpPr/>
          <p:nvPr/>
        </p:nvGrpSpPr>
        <p:grpSpPr>
          <a:xfrm>
            <a:off x="0" y="0"/>
            <a:ext cx="9143280" cy="5142960"/>
            <a:chOff x="0" y="0"/>
            <a:chExt cx="9143280" cy="5142960"/>
          </a:xfrm>
        </p:grpSpPr>
        <p:sp>
          <p:nvSpPr>
            <p:cNvPr id="2056" name="Google Shape;2651;p30"/>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7" name="Google Shape;2652;p30"/>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8" name="Google Shape;2653;p30"/>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9" name="Google Shape;2654;p30"/>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0" name="Google Shape;2655;p30"/>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1" name="Google Shape;2656;p30"/>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2" name="Google Shape;2657;p30"/>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3" name="Google Shape;2658;p30"/>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4" name="Google Shape;2659;p30"/>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5" name="Google Shape;2660;p30"/>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6" name="Google Shape;2661;p30"/>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7" name="Google Shape;2662;p30"/>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8" name="Google Shape;2663;p30"/>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9" name="Google Shape;2664;p30"/>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0" name="Google Shape;2665;p30"/>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1" name="Google Shape;2666;p30"/>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2" name="Google Shape;2667;p30"/>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3" name="Google Shape;2668;p30"/>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4" name="Google Shape;2669;p30"/>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5" name="Google Shape;2670;p30"/>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6" name="Google Shape;2671;p30"/>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7" name="Google Shape;2672;p30"/>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8" name="Google Shape;2673;p30"/>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9" name="Google Shape;2674;p30"/>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0" name="Google Shape;2675;p30"/>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1" name="Google Shape;2676;p30"/>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2" name="Google Shape;2677;p30"/>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3" name="Google Shape;2678;p30"/>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4" name="Google Shape;2679;p30"/>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5" name="Google Shape;2680;p30"/>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6" name="Google Shape;2681;p30"/>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7" name="Google Shape;2682;p30"/>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8" name="Google Shape;2683;p30"/>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9" name="Google Shape;2684;p30"/>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0" name="Google Shape;2685;p30"/>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1" name="Google Shape;2686;p30"/>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2" name="Google Shape;2687;p30"/>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3" name="Google Shape;2688;p30"/>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TITLE_AND_BODY">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094" name="Google Shape;230;p4"/>
          <p:cNvGrpSpPr/>
          <p:nvPr/>
        </p:nvGrpSpPr>
        <p:grpSpPr>
          <a:xfrm>
            <a:off x="0" y="0"/>
            <a:ext cx="9143280" cy="5142960"/>
            <a:chOff x="0" y="0"/>
            <a:chExt cx="9143280" cy="5142960"/>
          </a:xfrm>
        </p:grpSpPr>
        <p:sp>
          <p:nvSpPr>
            <p:cNvPr id="2095" name="Google Shape;231;p4"/>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6" name="Google Shape;232;p4"/>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7" name="Google Shape;233;p4"/>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8" name="Google Shape;234;p4"/>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9" name="Google Shape;235;p4"/>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0" name="Google Shape;236;p4"/>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1" name="Google Shape;237;p4"/>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2" name="Google Shape;238;p4"/>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3" name="Google Shape;239;p4"/>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4" name="Google Shape;240;p4"/>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5" name="Google Shape;241;p4"/>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6" name="Google Shape;242;p4"/>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7" name="Google Shape;243;p4"/>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8" name="Google Shape;244;p4"/>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9" name="Google Shape;245;p4"/>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0" name="Google Shape;246;p4"/>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1" name="Google Shape;247;p4"/>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2" name="Google Shape;248;p4"/>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3" name="Google Shape;249;p4"/>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4" name="Google Shape;250;p4"/>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5" name="Google Shape;251;p4"/>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6" name="Google Shape;252;p4"/>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7" name="Google Shape;253;p4"/>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8" name="Google Shape;254;p4"/>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9" name="Google Shape;255;p4"/>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0" name="Google Shape;256;p4"/>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1" name="Google Shape;257;p4"/>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2" name="Google Shape;258;p4"/>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3" name="Google Shape;259;p4"/>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4" name="Google Shape;260;p4"/>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5" name="Google Shape;261;p4"/>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6" name="Google Shape;262;p4"/>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7" name="Google Shape;263;p4"/>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8" name="Google Shape;264;p4"/>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9" name="Google Shape;265;p4"/>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0" name="Google Shape;266;p4"/>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1" name="Google Shape;267;p4"/>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2" name="Google Shape;268;p4"/>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133" name="PlaceHolder 1"/>
          <p:cNvSpPr>
            <a:spLocks noGrp="1"/>
          </p:cNvSpPr>
          <p:nvPr>
            <p:ph type="title"/>
          </p:nvPr>
        </p:nvSpPr>
        <p:spPr>
          <a:xfrm>
            <a:off x="713160" y="539280"/>
            <a:ext cx="7717320" cy="572400"/>
          </a:xfrm>
          <a:prstGeom prst="rect">
            <a:avLst/>
          </a:prstGeom>
          <a:noFill/>
          <a:ln w="0">
            <a:noFill/>
          </a:ln>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
        <p:nvSpPr>
          <p:cNvPr id="2134" name="PlaceHolder 2"/>
          <p:cNvSpPr>
            <a:spLocks noGrp="1"/>
          </p:cNvSpPr>
          <p:nvPr>
            <p:ph type="body"/>
          </p:nvPr>
        </p:nvSpPr>
        <p:spPr>
          <a:xfrm>
            <a:off x="713160" y="1187640"/>
            <a:ext cx="771732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grpSp>
        <p:nvGrpSpPr>
          <p:cNvPr id="2135" name="Google Shape;271;p4"/>
          <p:cNvGrpSpPr/>
          <p:nvPr/>
        </p:nvGrpSpPr>
        <p:grpSpPr>
          <a:xfrm>
            <a:off x="8609040" y="-619560"/>
            <a:ext cx="296280" cy="1823040"/>
            <a:chOff x="8609040" y="-619560"/>
            <a:chExt cx="296280" cy="1823040"/>
          </a:xfrm>
        </p:grpSpPr>
        <p:sp>
          <p:nvSpPr>
            <p:cNvPr id="2136" name="Google Shape;272;p4"/>
            <p:cNvSpPr/>
            <p:nvPr/>
          </p:nvSpPr>
          <p:spPr>
            <a:xfrm rot="16200000" flipV="1">
              <a:off x="7822080" y="167400"/>
              <a:ext cx="1723680" cy="150120"/>
            </a:xfrm>
            <a:custGeom>
              <a:avLst/>
              <a:gdLst>
                <a:gd name="textAreaLeft" fmla="*/ 0 w 1723680"/>
                <a:gd name="textAreaRight" fmla="*/ 1724040 w 1723680"/>
                <a:gd name="textAreaTop" fmla="*/ -360 h 150120"/>
                <a:gd name="textAreaBottom" fmla="*/ 15012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7" name="Google Shape;273;p4"/>
            <p:cNvSpPr/>
            <p:nvPr/>
          </p:nvSpPr>
          <p:spPr>
            <a:xfrm rot="16200000" flipV="1">
              <a:off x="8813880" y="51552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8" name="Google Shape;274;p4"/>
            <p:cNvSpPr/>
            <p:nvPr/>
          </p:nvSpPr>
          <p:spPr>
            <a:xfrm rot="16200000" flipV="1">
              <a:off x="8838000" y="53928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4">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9" name="Google Shape;275;p4"/>
            <p:cNvSpPr/>
            <p:nvPr/>
          </p:nvSpPr>
          <p:spPr>
            <a:xfrm rot="16200000" flipV="1">
              <a:off x="8714160" y="111204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0" name="Google Shape;276;p4"/>
            <p:cNvSpPr/>
            <p:nvPr/>
          </p:nvSpPr>
          <p:spPr>
            <a:xfrm rot="16200000" flipV="1">
              <a:off x="8738280" y="113544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1" name="Google Shape;277;p4"/>
            <p:cNvSpPr/>
            <p:nvPr/>
          </p:nvSpPr>
          <p:spPr>
            <a:xfrm rot="16200000" flipV="1">
              <a:off x="8204040" y="-140040"/>
              <a:ext cx="1134360" cy="174960"/>
            </a:xfrm>
            <a:custGeom>
              <a:avLst/>
              <a:gdLst>
                <a:gd name="textAreaLeft" fmla="*/ 0 w 1134360"/>
                <a:gd name="textAreaRight" fmla="*/ 1134720 w 1134360"/>
                <a:gd name="textAreaTop" fmla="*/ -360 h 174960"/>
                <a:gd name="textAreaBottom" fmla="*/ 174960 h 174960"/>
              </a:gdLst>
              <a:ahLst/>
              <a:cxnLst/>
              <a:rect l="textAreaLeft" t="textAreaTop" r="textAreaRight" b="textAreaBottom"/>
              <a:pathLst>
                <a:path w="36417" h="5628" fill="none">
                  <a:moveTo>
                    <a:pt x="0" y="0"/>
                  </a:moveTo>
                  <a:lnTo>
                    <a:pt x="6049" y="0"/>
                  </a:lnTo>
                  <a:lnTo>
                    <a:pt x="8379" y="2330"/>
                  </a:lnTo>
                  <a:lnTo>
                    <a:pt x="11676" y="5627"/>
                  </a:lnTo>
                  <a:lnTo>
                    <a:pt x="36416" y="5627"/>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142" name="Google Shape;278;p4"/>
          <p:cNvSpPr/>
          <p:nvPr/>
        </p:nvSpPr>
        <p:spPr>
          <a:xfrm rot="5400000">
            <a:off x="8206560" y="420768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143" name="Google Shape;279;p4"/>
          <p:cNvGrpSpPr/>
          <p:nvPr/>
        </p:nvGrpSpPr>
        <p:grpSpPr>
          <a:xfrm>
            <a:off x="8086320" y="4723920"/>
            <a:ext cx="1822680" cy="196560"/>
            <a:chOff x="8086320" y="4723920"/>
            <a:chExt cx="1822680" cy="196560"/>
          </a:xfrm>
        </p:grpSpPr>
        <p:sp>
          <p:nvSpPr>
            <p:cNvPr id="2144" name="Google Shape;280;p4"/>
            <p:cNvSpPr/>
            <p:nvPr/>
          </p:nvSpPr>
          <p:spPr>
            <a:xfrm rot="10800000" flipH="1">
              <a:off x="8185320" y="4723920"/>
              <a:ext cx="1723680" cy="150120"/>
            </a:xfrm>
            <a:custGeom>
              <a:avLst/>
              <a:gdLst>
                <a:gd name="textAreaLeft" fmla="*/ 360 w 1723680"/>
                <a:gd name="textAreaRight" fmla="*/ 172440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5" name="Google Shape;281;p4"/>
            <p:cNvSpPr/>
            <p:nvPr/>
          </p:nvSpPr>
          <p:spPr>
            <a:xfrm rot="10800000" flipH="1">
              <a:off x="8086320" y="482904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6" name="Google Shape;282;p4"/>
            <p:cNvSpPr/>
            <p:nvPr/>
          </p:nvSpPr>
          <p:spPr>
            <a:xfrm rot="10800000" flipH="1">
              <a:off x="8110440" y="485388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147" name="Google Shape;283;p4"/>
          <p:cNvGrpSpPr/>
          <p:nvPr/>
        </p:nvGrpSpPr>
        <p:grpSpPr>
          <a:xfrm>
            <a:off x="-243000" y="160560"/>
            <a:ext cx="1105560" cy="133560"/>
            <a:chOff x="-243000" y="160560"/>
            <a:chExt cx="1105560" cy="133560"/>
          </a:xfrm>
        </p:grpSpPr>
        <p:grpSp>
          <p:nvGrpSpPr>
            <p:cNvPr id="2148" name="Google Shape;284;p4"/>
            <p:cNvGrpSpPr/>
            <p:nvPr/>
          </p:nvGrpSpPr>
          <p:grpSpPr>
            <a:xfrm>
              <a:off x="-243000" y="243360"/>
              <a:ext cx="883080" cy="50760"/>
              <a:chOff x="-243000" y="243360"/>
              <a:chExt cx="883080" cy="50760"/>
            </a:xfrm>
          </p:grpSpPr>
          <p:sp>
            <p:nvSpPr>
              <p:cNvPr id="2149" name="Google Shape;285;p4"/>
              <p:cNvSpPr/>
              <p:nvPr/>
            </p:nvSpPr>
            <p:spPr>
              <a:xfrm>
                <a:off x="-243000" y="243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0" name="Google Shape;286;p4"/>
              <p:cNvSpPr/>
              <p:nvPr/>
            </p:nvSpPr>
            <p:spPr>
              <a:xfrm>
                <a:off x="-150480" y="243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1" name="Google Shape;287;p4"/>
              <p:cNvSpPr/>
              <p:nvPr/>
            </p:nvSpPr>
            <p:spPr>
              <a:xfrm>
                <a:off x="-57960" y="243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2" name="Google Shape;288;p4"/>
              <p:cNvSpPr/>
              <p:nvPr/>
            </p:nvSpPr>
            <p:spPr>
              <a:xfrm>
                <a:off x="34200" y="243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3" name="Google Shape;289;p4"/>
              <p:cNvSpPr/>
              <p:nvPr/>
            </p:nvSpPr>
            <p:spPr>
              <a:xfrm>
                <a:off x="126720" y="243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4" name="Google Shape;290;p4"/>
              <p:cNvSpPr/>
              <p:nvPr/>
            </p:nvSpPr>
            <p:spPr>
              <a:xfrm>
                <a:off x="219240" y="243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5" name="Google Shape;291;p4"/>
              <p:cNvSpPr/>
              <p:nvPr/>
            </p:nvSpPr>
            <p:spPr>
              <a:xfrm>
                <a:off x="311760" y="243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6" name="Google Shape;292;p4"/>
              <p:cNvSpPr/>
              <p:nvPr/>
            </p:nvSpPr>
            <p:spPr>
              <a:xfrm>
                <a:off x="404280" y="243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7" name="Google Shape;293;p4"/>
              <p:cNvSpPr/>
              <p:nvPr/>
            </p:nvSpPr>
            <p:spPr>
              <a:xfrm>
                <a:off x="496800" y="243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8" name="Google Shape;294;p4"/>
              <p:cNvSpPr/>
              <p:nvPr/>
            </p:nvSpPr>
            <p:spPr>
              <a:xfrm>
                <a:off x="589320" y="2433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159" name="Google Shape;295;p4"/>
            <p:cNvGrpSpPr/>
            <p:nvPr/>
          </p:nvGrpSpPr>
          <p:grpSpPr>
            <a:xfrm>
              <a:off x="-20520" y="160560"/>
              <a:ext cx="883080" cy="50760"/>
              <a:chOff x="-20520" y="160560"/>
              <a:chExt cx="883080" cy="50760"/>
            </a:xfrm>
          </p:grpSpPr>
          <p:sp>
            <p:nvSpPr>
              <p:cNvPr id="2160" name="Google Shape;296;p4"/>
              <p:cNvSpPr/>
              <p:nvPr/>
            </p:nvSpPr>
            <p:spPr>
              <a:xfrm>
                <a:off x="-20520" y="1605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1" name="Google Shape;297;p4"/>
              <p:cNvSpPr/>
              <p:nvPr/>
            </p:nvSpPr>
            <p:spPr>
              <a:xfrm>
                <a:off x="72000" y="1605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2" name="Google Shape;298;p4"/>
              <p:cNvSpPr/>
              <p:nvPr/>
            </p:nvSpPr>
            <p:spPr>
              <a:xfrm>
                <a:off x="164520" y="1605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3" name="Google Shape;299;p4"/>
              <p:cNvSpPr/>
              <p:nvPr/>
            </p:nvSpPr>
            <p:spPr>
              <a:xfrm>
                <a:off x="257040" y="1605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4" name="Google Shape;300;p4"/>
              <p:cNvSpPr/>
              <p:nvPr/>
            </p:nvSpPr>
            <p:spPr>
              <a:xfrm>
                <a:off x="349560" y="1605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5" name="Google Shape;301;p4"/>
              <p:cNvSpPr/>
              <p:nvPr/>
            </p:nvSpPr>
            <p:spPr>
              <a:xfrm>
                <a:off x="442080" y="1605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6" name="Google Shape;302;p4"/>
              <p:cNvSpPr/>
              <p:nvPr/>
            </p:nvSpPr>
            <p:spPr>
              <a:xfrm>
                <a:off x="534600" y="1605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7" name="Google Shape;303;p4"/>
              <p:cNvSpPr/>
              <p:nvPr/>
            </p:nvSpPr>
            <p:spPr>
              <a:xfrm>
                <a:off x="626760" y="1605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8" name="Google Shape;304;p4"/>
              <p:cNvSpPr/>
              <p:nvPr/>
            </p:nvSpPr>
            <p:spPr>
              <a:xfrm>
                <a:off x="719280" y="1605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9" name="Google Shape;305;p4"/>
              <p:cNvSpPr/>
              <p:nvPr/>
            </p:nvSpPr>
            <p:spPr>
              <a:xfrm>
                <a:off x="811800" y="1605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2170" name="Google Shape;306;p4"/>
          <p:cNvSpPr/>
          <p:nvPr/>
        </p:nvSpPr>
        <p:spPr>
          <a:xfrm>
            <a:off x="-1568520" y="336348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1" name="Google Shape;307;p4"/>
          <p:cNvSpPr/>
          <p:nvPr/>
        </p:nvSpPr>
        <p:spPr>
          <a:xfrm rot="10800000">
            <a:off x="360" y="385920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172" name="Google Shape;309;p5"/>
          <p:cNvGrpSpPr/>
          <p:nvPr/>
        </p:nvGrpSpPr>
        <p:grpSpPr>
          <a:xfrm>
            <a:off x="0" y="0"/>
            <a:ext cx="9143280" cy="5142960"/>
            <a:chOff x="0" y="0"/>
            <a:chExt cx="9143280" cy="5142960"/>
          </a:xfrm>
        </p:grpSpPr>
        <p:sp>
          <p:nvSpPr>
            <p:cNvPr id="2173" name="Google Shape;310;p5"/>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4" name="Google Shape;311;p5"/>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5" name="Google Shape;312;p5"/>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6" name="Google Shape;313;p5"/>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7" name="Google Shape;314;p5"/>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8" name="Google Shape;315;p5"/>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9" name="Google Shape;316;p5"/>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0" name="Google Shape;317;p5"/>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1" name="Google Shape;318;p5"/>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2" name="Google Shape;319;p5"/>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3" name="Google Shape;320;p5"/>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4" name="Google Shape;321;p5"/>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5" name="Google Shape;322;p5"/>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6" name="Google Shape;323;p5"/>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7" name="Google Shape;324;p5"/>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8" name="Google Shape;325;p5"/>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9" name="Google Shape;326;p5"/>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0" name="Google Shape;327;p5"/>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1" name="Google Shape;328;p5"/>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2" name="Google Shape;329;p5"/>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3" name="Google Shape;330;p5"/>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4" name="Google Shape;331;p5"/>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5" name="Google Shape;332;p5"/>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6" name="Google Shape;333;p5"/>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7" name="Google Shape;334;p5"/>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8" name="Google Shape;335;p5"/>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9" name="Google Shape;336;p5"/>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0" name="Google Shape;337;p5"/>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1" name="Google Shape;338;p5"/>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2" name="Google Shape;339;p5"/>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3" name="Google Shape;340;p5"/>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4" name="Google Shape;341;p5"/>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5" name="Google Shape;342;p5"/>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6" name="Google Shape;343;p5"/>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7" name="Google Shape;344;p5"/>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8" name="Google Shape;345;p5"/>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9" name="Google Shape;346;p5"/>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10" name="Google Shape;347;p5"/>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211" name="PlaceHolder 1"/>
          <p:cNvSpPr>
            <a:spLocks noGrp="1"/>
          </p:cNvSpPr>
          <p:nvPr>
            <p:ph type="title"/>
          </p:nvPr>
        </p:nvSpPr>
        <p:spPr>
          <a:xfrm>
            <a:off x="713160" y="539280"/>
            <a:ext cx="7717320" cy="572400"/>
          </a:xfrm>
          <a:prstGeom prst="rect">
            <a:avLst/>
          </a:prstGeom>
          <a:noFill/>
          <a:ln w="0">
            <a:noFill/>
          </a:ln>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
        <p:nvSpPr>
          <p:cNvPr id="2212" name="PlaceHolder 2"/>
          <p:cNvSpPr>
            <a:spLocks noGrp="1"/>
          </p:cNvSpPr>
          <p:nvPr>
            <p:ph type="title"/>
          </p:nvPr>
        </p:nvSpPr>
        <p:spPr>
          <a:xfrm>
            <a:off x="1540440" y="2903400"/>
            <a:ext cx="262152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2213" name="PlaceHolder 3"/>
          <p:cNvSpPr>
            <a:spLocks noGrp="1"/>
          </p:cNvSpPr>
          <p:nvPr>
            <p:ph type="title"/>
          </p:nvPr>
        </p:nvSpPr>
        <p:spPr>
          <a:xfrm>
            <a:off x="4987080" y="2903400"/>
            <a:ext cx="2621520" cy="27360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grpSp>
        <p:nvGrpSpPr>
          <p:cNvPr id="2214" name="Google Shape;353;p5"/>
          <p:cNvGrpSpPr/>
          <p:nvPr/>
        </p:nvGrpSpPr>
        <p:grpSpPr>
          <a:xfrm>
            <a:off x="1062720" y="4807440"/>
            <a:ext cx="1547640" cy="67680"/>
            <a:chOff x="1062720" y="4807440"/>
            <a:chExt cx="1547640" cy="67680"/>
          </a:xfrm>
        </p:grpSpPr>
        <p:sp>
          <p:nvSpPr>
            <p:cNvPr id="2215" name="Google Shape;354;p5"/>
            <p:cNvSpPr/>
            <p:nvPr/>
          </p:nvSpPr>
          <p:spPr>
            <a:xfrm>
              <a:off x="1062720" y="4807440"/>
              <a:ext cx="67680" cy="67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6" name="Google Shape;355;p5"/>
            <p:cNvSpPr/>
            <p:nvPr/>
          </p:nvSpPr>
          <p:spPr>
            <a:xfrm>
              <a:off x="1186200" y="4807440"/>
              <a:ext cx="67680" cy="67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7" name="Google Shape;356;p5"/>
            <p:cNvSpPr/>
            <p:nvPr/>
          </p:nvSpPr>
          <p:spPr>
            <a:xfrm>
              <a:off x="1309680" y="4807440"/>
              <a:ext cx="67680" cy="67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8" name="Google Shape;357;p5"/>
            <p:cNvSpPr/>
            <p:nvPr/>
          </p:nvSpPr>
          <p:spPr>
            <a:xfrm>
              <a:off x="1432800" y="4807440"/>
              <a:ext cx="67680" cy="67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9" name="Google Shape;358;p5"/>
            <p:cNvSpPr/>
            <p:nvPr/>
          </p:nvSpPr>
          <p:spPr>
            <a:xfrm>
              <a:off x="1556280" y="4807440"/>
              <a:ext cx="67680" cy="67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0" name="Google Shape;359;p5"/>
            <p:cNvSpPr/>
            <p:nvPr/>
          </p:nvSpPr>
          <p:spPr>
            <a:xfrm>
              <a:off x="1679400" y="4807440"/>
              <a:ext cx="67680" cy="67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1" name="Google Shape;360;p5"/>
            <p:cNvSpPr/>
            <p:nvPr/>
          </p:nvSpPr>
          <p:spPr>
            <a:xfrm>
              <a:off x="1802880" y="4807440"/>
              <a:ext cx="67680" cy="67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2" name="Google Shape;361;p5"/>
            <p:cNvSpPr/>
            <p:nvPr/>
          </p:nvSpPr>
          <p:spPr>
            <a:xfrm>
              <a:off x="1926000" y="4807440"/>
              <a:ext cx="67680" cy="67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3" name="Google Shape;362;p5"/>
            <p:cNvSpPr/>
            <p:nvPr/>
          </p:nvSpPr>
          <p:spPr>
            <a:xfrm>
              <a:off x="2049480" y="4807440"/>
              <a:ext cx="67680" cy="67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4" name="Google Shape;363;p5"/>
            <p:cNvSpPr/>
            <p:nvPr/>
          </p:nvSpPr>
          <p:spPr>
            <a:xfrm>
              <a:off x="2172960" y="4807440"/>
              <a:ext cx="67680" cy="67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5" name="Google Shape;364;p5"/>
            <p:cNvSpPr/>
            <p:nvPr/>
          </p:nvSpPr>
          <p:spPr>
            <a:xfrm>
              <a:off x="2296080" y="4807440"/>
              <a:ext cx="67680" cy="67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6" name="Google Shape;365;p5"/>
            <p:cNvSpPr/>
            <p:nvPr/>
          </p:nvSpPr>
          <p:spPr>
            <a:xfrm>
              <a:off x="2419560" y="4807440"/>
              <a:ext cx="67680" cy="67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7" name="Google Shape;366;p5"/>
            <p:cNvSpPr/>
            <p:nvPr/>
          </p:nvSpPr>
          <p:spPr>
            <a:xfrm>
              <a:off x="2542680" y="4807440"/>
              <a:ext cx="67680" cy="67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228" name="Google Shape;367;p5"/>
          <p:cNvGrpSpPr/>
          <p:nvPr/>
        </p:nvGrpSpPr>
        <p:grpSpPr>
          <a:xfrm>
            <a:off x="232200" y="-600120"/>
            <a:ext cx="295920" cy="1822680"/>
            <a:chOff x="232200" y="-600120"/>
            <a:chExt cx="295920" cy="1822680"/>
          </a:xfrm>
        </p:grpSpPr>
        <p:sp>
          <p:nvSpPr>
            <p:cNvPr id="2229" name="Google Shape;368;p5"/>
            <p:cNvSpPr/>
            <p:nvPr/>
          </p:nvSpPr>
          <p:spPr>
            <a:xfrm rot="16200000" flipV="1">
              <a:off x="-554400" y="186840"/>
              <a:ext cx="1723680" cy="150120"/>
            </a:xfrm>
            <a:custGeom>
              <a:avLst/>
              <a:gdLst>
                <a:gd name="textAreaLeft" fmla="*/ 0 w 1723680"/>
                <a:gd name="textAreaRight" fmla="*/ 1724040 w 1723680"/>
                <a:gd name="textAreaTop" fmla="*/ -360 h 150120"/>
                <a:gd name="textAreaBottom" fmla="*/ 15012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0" name="Google Shape;369;p5"/>
            <p:cNvSpPr/>
            <p:nvPr/>
          </p:nvSpPr>
          <p:spPr>
            <a:xfrm rot="16200000" flipV="1">
              <a:off x="436680" y="53496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1" name="Google Shape;370;p5"/>
            <p:cNvSpPr/>
            <p:nvPr/>
          </p:nvSpPr>
          <p:spPr>
            <a:xfrm rot="16200000" flipV="1">
              <a:off x="461160" y="55836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4">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2" name="Google Shape;371;p5"/>
            <p:cNvSpPr/>
            <p:nvPr/>
          </p:nvSpPr>
          <p:spPr>
            <a:xfrm rot="16200000" flipV="1">
              <a:off x="336960" y="113112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3" name="Google Shape;372;p5"/>
            <p:cNvSpPr/>
            <p:nvPr/>
          </p:nvSpPr>
          <p:spPr>
            <a:xfrm rot="16200000" flipV="1">
              <a:off x="361440" y="115488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4" name="Google Shape;373;p5"/>
            <p:cNvSpPr/>
            <p:nvPr/>
          </p:nvSpPr>
          <p:spPr>
            <a:xfrm rot="16200000" flipV="1">
              <a:off x="-172800" y="-120600"/>
              <a:ext cx="1134360" cy="174960"/>
            </a:xfrm>
            <a:custGeom>
              <a:avLst/>
              <a:gdLst>
                <a:gd name="textAreaLeft" fmla="*/ 0 w 1134360"/>
                <a:gd name="textAreaRight" fmla="*/ 1134720 w 1134360"/>
                <a:gd name="textAreaTop" fmla="*/ -360 h 174960"/>
                <a:gd name="textAreaBottom" fmla="*/ 174960 h 174960"/>
              </a:gdLst>
              <a:ahLst/>
              <a:cxnLst/>
              <a:rect l="textAreaLeft" t="textAreaTop" r="textAreaRight" b="textAreaBottom"/>
              <a:pathLst>
                <a:path w="36417" h="5628" fill="none">
                  <a:moveTo>
                    <a:pt x="0" y="0"/>
                  </a:moveTo>
                  <a:lnTo>
                    <a:pt x="6049" y="0"/>
                  </a:lnTo>
                  <a:lnTo>
                    <a:pt x="8379" y="2330"/>
                  </a:lnTo>
                  <a:lnTo>
                    <a:pt x="11676" y="5627"/>
                  </a:lnTo>
                  <a:lnTo>
                    <a:pt x="36416" y="5627"/>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235" name="Google Shape;374;p5"/>
          <p:cNvGrpSpPr/>
          <p:nvPr/>
        </p:nvGrpSpPr>
        <p:grpSpPr>
          <a:xfrm>
            <a:off x="4664520" y="4961160"/>
            <a:ext cx="1520280" cy="301680"/>
            <a:chOff x="4664520" y="4961160"/>
            <a:chExt cx="1520280" cy="301680"/>
          </a:xfrm>
        </p:grpSpPr>
        <p:sp>
          <p:nvSpPr>
            <p:cNvPr id="2236" name="Google Shape;375;p5"/>
            <p:cNvSpPr/>
            <p:nvPr/>
          </p:nvSpPr>
          <p:spPr>
            <a:xfrm>
              <a:off x="4757760" y="500760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7" name="Google Shape;376;p5"/>
            <p:cNvSpPr/>
            <p:nvPr/>
          </p:nvSpPr>
          <p:spPr>
            <a:xfrm>
              <a:off x="6093360" y="51714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8" name="Google Shape;377;p5"/>
            <p:cNvSpPr/>
            <p:nvPr/>
          </p:nvSpPr>
          <p:spPr>
            <a:xfrm>
              <a:off x="6117480" y="519588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9" name="Google Shape;378;p5"/>
            <p:cNvSpPr/>
            <p:nvPr/>
          </p:nvSpPr>
          <p:spPr>
            <a:xfrm>
              <a:off x="4664520" y="496116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0" name="Google Shape;379;p5"/>
            <p:cNvSpPr/>
            <p:nvPr/>
          </p:nvSpPr>
          <p:spPr>
            <a:xfrm>
              <a:off x="4688280" y="49860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241" name="Google Shape;380;p5"/>
          <p:cNvGrpSpPr/>
          <p:nvPr/>
        </p:nvGrpSpPr>
        <p:grpSpPr>
          <a:xfrm>
            <a:off x="1558080" y="-108000"/>
            <a:ext cx="1520280" cy="301680"/>
            <a:chOff x="1558080" y="-108000"/>
            <a:chExt cx="1520280" cy="301680"/>
          </a:xfrm>
        </p:grpSpPr>
        <p:sp>
          <p:nvSpPr>
            <p:cNvPr id="2242" name="Google Shape;381;p5"/>
            <p:cNvSpPr/>
            <p:nvPr/>
          </p:nvSpPr>
          <p:spPr>
            <a:xfrm>
              <a:off x="1651320" y="-615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3" name="Google Shape;382;p5"/>
            <p:cNvSpPr/>
            <p:nvPr/>
          </p:nvSpPr>
          <p:spPr>
            <a:xfrm>
              <a:off x="2986920" y="102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4" name="Google Shape;383;p5"/>
            <p:cNvSpPr/>
            <p:nvPr/>
          </p:nvSpPr>
          <p:spPr>
            <a:xfrm>
              <a:off x="3011040" y="1267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5" name="Google Shape;384;p5"/>
            <p:cNvSpPr/>
            <p:nvPr/>
          </p:nvSpPr>
          <p:spPr>
            <a:xfrm>
              <a:off x="1558080" y="-10800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6" name="Google Shape;385;p5"/>
            <p:cNvSpPr/>
            <p:nvPr/>
          </p:nvSpPr>
          <p:spPr>
            <a:xfrm>
              <a:off x="1581840" y="-831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247" name="Google Shape;386;p5"/>
          <p:cNvGrpSpPr/>
          <p:nvPr/>
        </p:nvGrpSpPr>
        <p:grpSpPr>
          <a:xfrm>
            <a:off x="7855560" y="297360"/>
            <a:ext cx="883080" cy="241560"/>
            <a:chOff x="7855560" y="297360"/>
            <a:chExt cx="883080" cy="241560"/>
          </a:xfrm>
        </p:grpSpPr>
        <p:sp>
          <p:nvSpPr>
            <p:cNvPr id="2248" name="Google Shape;387;p5"/>
            <p:cNvSpPr/>
            <p:nvPr/>
          </p:nvSpPr>
          <p:spPr>
            <a:xfrm>
              <a:off x="7855560" y="29736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9" name="Google Shape;388;p5"/>
            <p:cNvSpPr/>
            <p:nvPr/>
          </p:nvSpPr>
          <p:spPr>
            <a:xfrm>
              <a:off x="8003160" y="2973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0" name="Google Shape;389;p5"/>
            <p:cNvSpPr/>
            <p:nvPr/>
          </p:nvSpPr>
          <p:spPr>
            <a:xfrm>
              <a:off x="8149320" y="2973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1" name="Google Shape;390;p5"/>
            <p:cNvSpPr/>
            <p:nvPr/>
          </p:nvSpPr>
          <p:spPr>
            <a:xfrm>
              <a:off x="8295480" y="2973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2" name="Google Shape;391;p5"/>
            <p:cNvSpPr/>
            <p:nvPr/>
          </p:nvSpPr>
          <p:spPr>
            <a:xfrm>
              <a:off x="8441640" y="2973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3" name="Google Shape;392;p5"/>
            <p:cNvSpPr/>
            <p:nvPr/>
          </p:nvSpPr>
          <p:spPr>
            <a:xfrm>
              <a:off x="8588160" y="2973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254" name="Google Shape;393;p5"/>
          <p:cNvGrpSpPr/>
          <p:nvPr/>
        </p:nvGrpSpPr>
        <p:grpSpPr>
          <a:xfrm>
            <a:off x="-213480" y="2709720"/>
            <a:ext cx="882720" cy="241560"/>
            <a:chOff x="-213480" y="2709720"/>
            <a:chExt cx="882720" cy="241560"/>
          </a:xfrm>
        </p:grpSpPr>
        <p:sp>
          <p:nvSpPr>
            <p:cNvPr id="2255" name="Google Shape;394;p5"/>
            <p:cNvSpPr/>
            <p:nvPr/>
          </p:nvSpPr>
          <p:spPr>
            <a:xfrm rot="10800000">
              <a:off x="517320" y="270972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6" name="Google Shape;395;p5"/>
            <p:cNvSpPr/>
            <p:nvPr/>
          </p:nvSpPr>
          <p:spPr>
            <a:xfrm rot="10800000">
              <a:off x="371160" y="27097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7" name="Google Shape;396;p5"/>
            <p:cNvSpPr/>
            <p:nvPr/>
          </p:nvSpPr>
          <p:spPr>
            <a:xfrm rot="10800000">
              <a:off x="225000" y="27097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8" name="Google Shape;397;p5"/>
            <p:cNvSpPr/>
            <p:nvPr/>
          </p:nvSpPr>
          <p:spPr>
            <a:xfrm rot="10800000">
              <a:off x="78840" y="27097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9" name="Google Shape;398;p5"/>
            <p:cNvSpPr/>
            <p:nvPr/>
          </p:nvSpPr>
          <p:spPr>
            <a:xfrm rot="10800000">
              <a:off x="-66960" y="27097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0" name="Google Shape;399;p5"/>
            <p:cNvSpPr/>
            <p:nvPr/>
          </p:nvSpPr>
          <p:spPr>
            <a:xfrm rot="10800000">
              <a:off x="-213480" y="27097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261" name="Google Shape;400;p5"/>
          <p:cNvSpPr/>
          <p:nvPr/>
        </p:nvSpPr>
        <p:spPr>
          <a:xfrm rot="5400000" flipH="1">
            <a:off x="8197560" y="410292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262" name="Google Shape;401;p5"/>
          <p:cNvGrpSpPr/>
          <p:nvPr/>
        </p:nvGrpSpPr>
        <p:grpSpPr>
          <a:xfrm>
            <a:off x="8250480" y="4623480"/>
            <a:ext cx="882720" cy="241560"/>
            <a:chOff x="8250480" y="4623480"/>
            <a:chExt cx="882720" cy="241560"/>
          </a:xfrm>
        </p:grpSpPr>
        <p:sp>
          <p:nvSpPr>
            <p:cNvPr id="2263" name="Google Shape;402;p5"/>
            <p:cNvSpPr/>
            <p:nvPr/>
          </p:nvSpPr>
          <p:spPr>
            <a:xfrm flipV="1">
              <a:off x="8250480" y="4623120"/>
              <a:ext cx="151920" cy="241560"/>
            </a:xfrm>
            <a:custGeom>
              <a:avLst/>
              <a:gdLst>
                <a:gd name="textAreaLeft" fmla="*/ 0 w 151920"/>
                <a:gd name="textAreaRight" fmla="*/ 152280 w 151920"/>
                <a:gd name="textAreaTop" fmla="*/ -360 h 241560"/>
                <a:gd name="textAreaBottom" fmla="*/ 24156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4" name="Google Shape;403;p5"/>
            <p:cNvSpPr/>
            <p:nvPr/>
          </p:nvSpPr>
          <p:spPr>
            <a:xfrm flipV="1">
              <a:off x="8397720" y="462312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5" name="Google Shape;404;p5"/>
            <p:cNvSpPr/>
            <p:nvPr/>
          </p:nvSpPr>
          <p:spPr>
            <a:xfrm flipV="1">
              <a:off x="8544240" y="462312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6" name="Google Shape;405;p5"/>
            <p:cNvSpPr/>
            <p:nvPr/>
          </p:nvSpPr>
          <p:spPr>
            <a:xfrm flipV="1">
              <a:off x="8690400" y="462312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7" name="Google Shape;406;p5"/>
            <p:cNvSpPr/>
            <p:nvPr/>
          </p:nvSpPr>
          <p:spPr>
            <a:xfrm flipV="1">
              <a:off x="8836560" y="462312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8" name="Google Shape;407;p5"/>
            <p:cNvSpPr/>
            <p:nvPr/>
          </p:nvSpPr>
          <p:spPr>
            <a:xfrm flipV="1">
              <a:off x="8982720" y="4623120"/>
              <a:ext cx="150480" cy="241560"/>
            </a:xfrm>
            <a:custGeom>
              <a:avLst/>
              <a:gdLst>
                <a:gd name="textAreaLeft" fmla="*/ 0 w 150480"/>
                <a:gd name="textAreaRight" fmla="*/ 150840 w 150480"/>
                <a:gd name="textAreaTop" fmla="*/ -360 h 241560"/>
                <a:gd name="textAreaBottom" fmla="*/ 24156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_ONLY">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269" name="Google Shape;409;p6"/>
          <p:cNvGrpSpPr/>
          <p:nvPr/>
        </p:nvGrpSpPr>
        <p:grpSpPr>
          <a:xfrm>
            <a:off x="0" y="0"/>
            <a:ext cx="9143280" cy="5142960"/>
            <a:chOff x="0" y="0"/>
            <a:chExt cx="9143280" cy="5142960"/>
          </a:xfrm>
        </p:grpSpPr>
        <p:sp>
          <p:nvSpPr>
            <p:cNvPr id="2270" name="Google Shape;410;p6"/>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1" name="Google Shape;411;p6"/>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2" name="Google Shape;412;p6"/>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3" name="Google Shape;413;p6"/>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4" name="Google Shape;414;p6"/>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5" name="Google Shape;415;p6"/>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6" name="Google Shape;416;p6"/>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7" name="Google Shape;417;p6"/>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8" name="Google Shape;418;p6"/>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9" name="Google Shape;419;p6"/>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0" name="Google Shape;420;p6"/>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1" name="Google Shape;421;p6"/>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2" name="Google Shape;422;p6"/>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3" name="Google Shape;423;p6"/>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4" name="Google Shape;424;p6"/>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5" name="Google Shape;425;p6"/>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6" name="Google Shape;426;p6"/>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7" name="Google Shape;427;p6"/>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8" name="Google Shape;428;p6"/>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9" name="Google Shape;429;p6"/>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0" name="Google Shape;430;p6"/>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1" name="Google Shape;431;p6"/>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2" name="Google Shape;432;p6"/>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3" name="Google Shape;433;p6"/>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4" name="Google Shape;434;p6"/>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5" name="Google Shape;435;p6"/>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6" name="Google Shape;436;p6"/>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7" name="Google Shape;437;p6"/>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8" name="Google Shape;438;p6"/>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9" name="Google Shape;439;p6"/>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0" name="Google Shape;440;p6"/>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1" name="Google Shape;441;p6"/>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2" name="Google Shape;442;p6"/>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3" name="Google Shape;443;p6"/>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4" name="Google Shape;444;p6"/>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5" name="Google Shape;445;p6"/>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6" name="Google Shape;446;p6"/>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7" name="Google Shape;447;p6"/>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308" name="PlaceHolder 1"/>
          <p:cNvSpPr>
            <a:spLocks noGrp="1"/>
          </p:cNvSpPr>
          <p:nvPr>
            <p:ph type="title"/>
          </p:nvPr>
        </p:nvSpPr>
        <p:spPr>
          <a:xfrm>
            <a:off x="713160" y="539280"/>
            <a:ext cx="7717320" cy="57240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
        <p:nvSpPr>
          <p:cNvPr id="2309" name="Google Shape;449;p6"/>
          <p:cNvSpPr/>
          <p:nvPr/>
        </p:nvSpPr>
        <p:spPr>
          <a:xfrm rot="5400000">
            <a:off x="8206560" y="-34884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310" name="Google Shape;450;p6"/>
          <p:cNvGrpSpPr/>
          <p:nvPr/>
        </p:nvGrpSpPr>
        <p:grpSpPr>
          <a:xfrm>
            <a:off x="494280" y="4791960"/>
            <a:ext cx="1252800" cy="50760"/>
            <a:chOff x="494280" y="4791960"/>
            <a:chExt cx="1252800" cy="50760"/>
          </a:xfrm>
        </p:grpSpPr>
        <p:sp>
          <p:nvSpPr>
            <p:cNvPr id="2311" name="Google Shape;451;p6"/>
            <p:cNvSpPr/>
            <p:nvPr/>
          </p:nvSpPr>
          <p:spPr>
            <a:xfrm>
              <a:off x="494280" y="4791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2" name="Google Shape;452;p6"/>
            <p:cNvSpPr/>
            <p:nvPr/>
          </p:nvSpPr>
          <p:spPr>
            <a:xfrm>
              <a:off x="586800" y="4791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3" name="Google Shape;453;p6"/>
            <p:cNvSpPr/>
            <p:nvPr/>
          </p:nvSpPr>
          <p:spPr>
            <a:xfrm>
              <a:off x="679320" y="4791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4" name="Google Shape;454;p6"/>
            <p:cNvSpPr/>
            <p:nvPr/>
          </p:nvSpPr>
          <p:spPr>
            <a:xfrm>
              <a:off x="771840" y="4791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5" name="Google Shape;455;p6"/>
            <p:cNvSpPr/>
            <p:nvPr/>
          </p:nvSpPr>
          <p:spPr>
            <a:xfrm>
              <a:off x="864000" y="4791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6" name="Google Shape;456;p6"/>
            <p:cNvSpPr/>
            <p:nvPr/>
          </p:nvSpPr>
          <p:spPr>
            <a:xfrm>
              <a:off x="956520" y="4791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7" name="Google Shape;457;p6"/>
            <p:cNvSpPr/>
            <p:nvPr/>
          </p:nvSpPr>
          <p:spPr>
            <a:xfrm>
              <a:off x="1049040" y="4791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8" name="Google Shape;458;p6"/>
            <p:cNvSpPr/>
            <p:nvPr/>
          </p:nvSpPr>
          <p:spPr>
            <a:xfrm>
              <a:off x="1141560" y="4791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9" name="Google Shape;459;p6"/>
            <p:cNvSpPr/>
            <p:nvPr/>
          </p:nvSpPr>
          <p:spPr>
            <a:xfrm>
              <a:off x="1234080" y="4791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0" name="Google Shape;460;p6"/>
            <p:cNvSpPr/>
            <p:nvPr/>
          </p:nvSpPr>
          <p:spPr>
            <a:xfrm>
              <a:off x="1326600" y="4791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1" name="Google Shape;461;p6"/>
            <p:cNvSpPr/>
            <p:nvPr/>
          </p:nvSpPr>
          <p:spPr>
            <a:xfrm>
              <a:off x="1419120" y="4791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2" name="Google Shape;462;p6"/>
            <p:cNvSpPr/>
            <p:nvPr/>
          </p:nvSpPr>
          <p:spPr>
            <a:xfrm>
              <a:off x="1511280" y="4791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3" name="Google Shape;463;p6"/>
            <p:cNvSpPr/>
            <p:nvPr/>
          </p:nvSpPr>
          <p:spPr>
            <a:xfrm>
              <a:off x="1603800" y="4791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4" name="Google Shape;464;p6"/>
            <p:cNvSpPr/>
            <p:nvPr/>
          </p:nvSpPr>
          <p:spPr>
            <a:xfrm>
              <a:off x="1696320" y="47919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325" name="Google Shape;465;p6"/>
          <p:cNvSpPr/>
          <p:nvPr/>
        </p:nvSpPr>
        <p:spPr>
          <a:xfrm rot="10800000">
            <a:off x="8557560" y="401184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326" name="Google Shape;466;p6"/>
          <p:cNvGrpSpPr/>
          <p:nvPr/>
        </p:nvGrpSpPr>
        <p:grpSpPr>
          <a:xfrm>
            <a:off x="7911360" y="4688640"/>
            <a:ext cx="1520280" cy="301320"/>
            <a:chOff x="7911360" y="4688640"/>
            <a:chExt cx="1520280" cy="301320"/>
          </a:xfrm>
        </p:grpSpPr>
        <p:sp>
          <p:nvSpPr>
            <p:cNvPr id="2327" name="Google Shape;467;p6"/>
            <p:cNvSpPr/>
            <p:nvPr/>
          </p:nvSpPr>
          <p:spPr>
            <a:xfrm rot="5400000">
              <a:off x="8567640" y="4171680"/>
              <a:ext cx="209160" cy="1335240"/>
            </a:xfrm>
            <a:custGeom>
              <a:avLst/>
              <a:gdLst>
                <a:gd name="textAreaLeft" fmla="*/ 0 w 209160"/>
                <a:gd name="textAreaRight" fmla="*/ 209520 w 209160"/>
                <a:gd name="textAreaTop" fmla="*/ 0 h 1335240"/>
                <a:gd name="textAreaBottom" fmla="*/ 1335600 h 1335240"/>
              </a:gdLst>
              <a:ahLst/>
              <a:cxnLst/>
              <a:rect l="textAreaLeft" t="textAreaTop" r="textAreaRight" b="textAreaBottom"/>
              <a:pathLst>
                <a:path w="6719" h="42862" fill="none">
                  <a:moveTo>
                    <a:pt x="0" y="42862"/>
                  </a:moveTo>
                  <a:lnTo>
                    <a:pt x="0" y="23799"/>
                  </a:lnTo>
                  <a:lnTo>
                    <a:pt x="6718" y="17056"/>
                  </a:lnTo>
                  <a:lnTo>
                    <a:pt x="6718"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28" name="Google Shape;468;p6"/>
            <p:cNvSpPr/>
            <p:nvPr/>
          </p:nvSpPr>
          <p:spPr>
            <a:xfrm rot="5400000">
              <a:off x="9340200" y="48985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29" name="Google Shape;469;p6"/>
            <p:cNvSpPr/>
            <p:nvPr/>
          </p:nvSpPr>
          <p:spPr>
            <a:xfrm rot="5400000">
              <a:off x="9365040" y="49226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0" name="Google Shape;470;p6"/>
            <p:cNvSpPr/>
            <p:nvPr/>
          </p:nvSpPr>
          <p:spPr>
            <a:xfrm rot="5400000">
              <a:off x="7911360" y="46886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31" name="Google Shape;471;p6"/>
            <p:cNvSpPr/>
            <p:nvPr/>
          </p:nvSpPr>
          <p:spPr>
            <a:xfrm rot="5400000">
              <a:off x="7935480" y="471348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332" name="Google Shape;472;p6"/>
          <p:cNvGrpSpPr/>
          <p:nvPr/>
        </p:nvGrpSpPr>
        <p:grpSpPr>
          <a:xfrm>
            <a:off x="-141480" y="2076840"/>
            <a:ext cx="552600" cy="98640"/>
            <a:chOff x="-141480" y="2076840"/>
            <a:chExt cx="552600" cy="98640"/>
          </a:xfrm>
        </p:grpSpPr>
        <p:sp>
          <p:nvSpPr>
            <p:cNvPr id="2333" name="Google Shape;473;p6"/>
            <p:cNvSpPr/>
            <p:nvPr/>
          </p:nvSpPr>
          <p:spPr>
            <a:xfrm rot="5400000">
              <a:off x="312480" y="207684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34" name="Google Shape;474;p6"/>
            <p:cNvSpPr/>
            <p:nvPr/>
          </p:nvSpPr>
          <p:spPr>
            <a:xfrm rot="5400000">
              <a:off x="339120" y="21034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5" name="Google Shape;475;p6"/>
            <p:cNvSpPr/>
            <p:nvPr/>
          </p:nvSpPr>
          <p:spPr>
            <a:xfrm rot="5400000">
              <a:off x="-141480" y="20797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36" name="Google Shape;476;p6"/>
            <p:cNvSpPr/>
            <p:nvPr/>
          </p:nvSpPr>
          <p:spPr>
            <a:xfrm rot="5400000">
              <a:off x="-117720" y="21038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7" name="Google Shape;477;p6"/>
            <p:cNvSpPr/>
            <p:nvPr/>
          </p:nvSpPr>
          <p:spPr>
            <a:xfrm rot="5400000">
              <a:off x="134640" y="194112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338" name="Google Shape;478;p6"/>
          <p:cNvSpPr/>
          <p:nvPr/>
        </p:nvSpPr>
        <p:spPr>
          <a:xfrm>
            <a:off x="0" y="216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339" name="Google Shape;479;p6"/>
          <p:cNvGrpSpPr/>
          <p:nvPr/>
        </p:nvGrpSpPr>
        <p:grpSpPr>
          <a:xfrm>
            <a:off x="172440" y="2520"/>
            <a:ext cx="241560" cy="882720"/>
            <a:chOff x="172440" y="2520"/>
            <a:chExt cx="241560" cy="882720"/>
          </a:xfrm>
        </p:grpSpPr>
        <p:sp>
          <p:nvSpPr>
            <p:cNvPr id="2340" name="Google Shape;480;p6"/>
            <p:cNvSpPr/>
            <p:nvPr/>
          </p:nvSpPr>
          <p:spPr>
            <a:xfrm rot="16200000">
              <a:off x="217080" y="68832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1" name="Google Shape;481;p6"/>
            <p:cNvSpPr/>
            <p:nvPr/>
          </p:nvSpPr>
          <p:spPr>
            <a:xfrm rot="16200000">
              <a:off x="217800" y="5418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2" name="Google Shape;482;p6"/>
            <p:cNvSpPr/>
            <p:nvPr/>
          </p:nvSpPr>
          <p:spPr>
            <a:xfrm rot="16200000">
              <a:off x="217800" y="3956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3" name="Google Shape;483;p6"/>
            <p:cNvSpPr/>
            <p:nvPr/>
          </p:nvSpPr>
          <p:spPr>
            <a:xfrm rot="16200000">
              <a:off x="217800" y="2491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4" name="Google Shape;484;p6"/>
            <p:cNvSpPr/>
            <p:nvPr/>
          </p:nvSpPr>
          <p:spPr>
            <a:xfrm rot="16200000">
              <a:off x="217800" y="1029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5" name="Google Shape;485;p6"/>
            <p:cNvSpPr/>
            <p:nvPr/>
          </p:nvSpPr>
          <p:spPr>
            <a:xfrm rot="16200000">
              <a:off x="217800" y="-428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346" name="Google Shape;486;p6"/>
          <p:cNvGrpSpPr/>
          <p:nvPr/>
        </p:nvGrpSpPr>
        <p:grpSpPr>
          <a:xfrm>
            <a:off x="1710360" y="-108000"/>
            <a:ext cx="1520640" cy="301680"/>
            <a:chOff x="1710360" y="-108000"/>
            <a:chExt cx="1520640" cy="301680"/>
          </a:xfrm>
        </p:grpSpPr>
        <p:sp>
          <p:nvSpPr>
            <p:cNvPr id="2347" name="Google Shape;487;p6"/>
            <p:cNvSpPr/>
            <p:nvPr/>
          </p:nvSpPr>
          <p:spPr>
            <a:xfrm>
              <a:off x="1803960" y="-615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48" name="Google Shape;488;p6"/>
            <p:cNvSpPr/>
            <p:nvPr/>
          </p:nvSpPr>
          <p:spPr>
            <a:xfrm>
              <a:off x="3139560" y="102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49" name="Google Shape;489;p6"/>
            <p:cNvSpPr/>
            <p:nvPr/>
          </p:nvSpPr>
          <p:spPr>
            <a:xfrm>
              <a:off x="3163320" y="1267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50" name="Google Shape;490;p6"/>
            <p:cNvSpPr/>
            <p:nvPr/>
          </p:nvSpPr>
          <p:spPr>
            <a:xfrm>
              <a:off x="1710360" y="-10800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1" name="Google Shape;491;p6"/>
            <p:cNvSpPr/>
            <p:nvPr/>
          </p:nvSpPr>
          <p:spPr>
            <a:xfrm>
              <a:off x="1734120" y="-831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ONE_COLUMN_TEXT">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352" name="Google Shape;493;p7"/>
          <p:cNvGrpSpPr/>
          <p:nvPr/>
        </p:nvGrpSpPr>
        <p:grpSpPr>
          <a:xfrm>
            <a:off x="0" y="0"/>
            <a:ext cx="9143280" cy="5142960"/>
            <a:chOff x="0" y="0"/>
            <a:chExt cx="9143280" cy="5142960"/>
          </a:xfrm>
        </p:grpSpPr>
        <p:sp>
          <p:nvSpPr>
            <p:cNvPr id="2353" name="Google Shape;494;p7"/>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4" name="Google Shape;495;p7"/>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5" name="Google Shape;496;p7"/>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6" name="Google Shape;497;p7"/>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7" name="Google Shape;498;p7"/>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8" name="Google Shape;499;p7"/>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9" name="Google Shape;500;p7"/>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0" name="Google Shape;501;p7"/>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1" name="Google Shape;502;p7"/>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2" name="Google Shape;503;p7"/>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3" name="Google Shape;504;p7"/>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4" name="Google Shape;505;p7"/>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5" name="Google Shape;506;p7"/>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6" name="Google Shape;507;p7"/>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7" name="Google Shape;508;p7"/>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8" name="Google Shape;509;p7"/>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9" name="Google Shape;510;p7"/>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0" name="Google Shape;511;p7"/>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1" name="Google Shape;512;p7"/>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2" name="Google Shape;513;p7"/>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3" name="Google Shape;514;p7"/>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4" name="Google Shape;515;p7"/>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5" name="Google Shape;516;p7"/>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6" name="Google Shape;517;p7"/>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7" name="Google Shape;518;p7"/>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8" name="Google Shape;519;p7"/>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9" name="Google Shape;520;p7"/>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80" name="Google Shape;521;p7"/>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81" name="Google Shape;522;p7"/>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82" name="Google Shape;523;p7"/>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83" name="Google Shape;524;p7"/>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84" name="Google Shape;525;p7"/>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85" name="Google Shape;526;p7"/>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86" name="Google Shape;527;p7"/>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87" name="Google Shape;528;p7"/>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88" name="Google Shape;529;p7"/>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89" name="Google Shape;530;p7"/>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90" name="Google Shape;531;p7"/>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391" name="PlaceHolder 1"/>
          <p:cNvSpPr>
            <a:spLocks noGrp="1"/>
          </p:cNvSpPr>
          <p:nvPr>
            <p:ph type="title"/>
          </p:nvPr>
        </p:nvSpPr>
        <p:spPr>
          <a:xfrm>
            <a:off x="4433040" y="1945800"/>
            <a:ext cx="3997440" cy="57240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buNone/>
            </a:pPr>
            <a:r>
              <a:rPr lang="fr-FR" sz="3200" b="0" u="none" strike="noStrike">
                <a:solidFill>
                  <a:schemeClr val="dk1"/>
                </a:solidFill>
                <a:effectLst/>
                <a:uFillTx/>
                <a:latin typeface="Arial"/>
              </a:rPr>
              <a:t>Click to edit the title text format</a:t>
            </a:r>
          </a:p>
        </p:txBody>
      </p:sp>
      <p:sp>
        <p:nvSpPr>
          <p:cNvPr id="2392" name="Google Shape;534;p7"/>
          <p:cNvSpPr/>
          <p:nvPr/>
        </p:nvSpPr>
        <p:spPr>
          <a:xfrm>
            <a:off x="8557200" y="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3" name="Google Shape;535;p7"/>
          <p:cNvSpPr/>
          <p:nvPr/>
        </p:nvSpPr>
        <p:spPr>
          <a:xfrm rot="16200000">
            <a:off x="348840" y="-5472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394" name="Google Shape;536;p7"/>
          <p:cNvGrpSpPr/>
          <p:nvPr/>
        </p:nvGrpSpPr>
        <p:grpSpPr>
          <a:xfrm>
            <a:off x="360" y="466560"/>
            <a:ext cx="882720" cy="241560"/>
            <a:chOff x="360" y="466560"/>
            <a:chExt cx="882720" cy="241560"/>
          </a:xfrm>
        </p:grpSpPr>
        <p:sp>
          <p:nvSpPr>
            <p:cNvPr id="2395" name="Google Shape;537;p7"/>
            <p:cNvSpPr/>
            <p:nvPr/>
          </p:nvSpPr>
          <p:spPr>
            <a:xfrm rot="10800000">
              <a:off x="731160" y="46656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6" name="Google Shape;538;p7"/>
            <p:cNvSpPr/>
            <p:nvPr/>
          </p:nvSpPr>
          <p:spPr>
            <a:xfrm rot="10800000">
              <a:off x="585360" y="46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7" name="Google Shape;539;p7"/>
            <p:cNvSpPr/>
            <p:nvPr/>
          </p:nvSpPr>
          <p:spPr>
            <a:xfrm rot="10800000">
              <a:off x="439200" y="46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8" name="Google Shape;540;p7"/>
            <p:cNvSpPr/>
            <p:nvPr/>
          </p:nvSpPr>
          <p:spPr>
            <a:xfrm rot="10800000">
              <a:off x="293040" y="46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9" name="Google Shape;541;p7"/>
            <p:cNvSpPr/>
            <p:nvPr/>
          </p:nvSpPr>
          <p:spPr>
            <a:xfrm rot="10800000">
              <a:off x="146880" y="46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0" name="Google Shape;542;p7"/>
            <p:cNvSpPr/>
            <p:nvPr/>
          </p:nvSpPr>
          <p:spPr>
            <a:xfrm rot="10800000">
              <a:off x="360" y="46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401" name="Google Shape;543;p7"/>
          <p:cNvGrpSpPr/>
          <p:nvPr/>
        </p:nvGrpSpPr>
        <p:grpSpPr>
          <a:xfrm>
            <a:off x="1710360" y="-108000"/>
            <a:ext cx="1520640" cy="301680"/>
            <a:chOff x="1710360" y="-108000"/>
            <a:chExt cx="1520640" cy="301680"/>
          </a:xfrm>
        </p:grpSpPr>
        <p:sp>
          <p:nvSpPr>
            <p:cNvPr id="2402" name="Google Shape;544;p7"/>
            <p:cNvSpPr/>
            <p:nvPr/>
          </p:nvSpPr>
          <p:spPr>
            <a:xfrm>
              <a:off x="1803960" y="-615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03" name="Google Shape;545;p7"/>
            <p:cNvSpPr/>
            <p:nvPr/>
          </p:nvSpPr>
          <p:spPr>
            <a:xfrm>
              <a:off x="3139560" y="102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04" name="Google Shape;546;p7"/>
            <p:cNvSpPr/>
            <p:nvPr/>
          </p:nvSpPr>
          <p:spPr>
            <a:xfrm>
              <a:off x="3163320" y="1267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5" name="Google Shape;547;p7"/>
            <p:cNvSpPr/>
            <p:nvPr/>
          </p:nvSpPr>
          <p:spPr>
            <a:xfrm>
              <a:off x="1710360" y="-10800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06" name="Google Shape;548;p7"/>
            <p:cNvSpPr/>
            <p:nvPr/>
          </p:nvSpPr>
          <p:spPr>
            <a:xfrm>
              <a:off x="1734120" y="-831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407" name="Google Shape;549;p7"/>
          <p:cNvSpPr/>
          <p:nvPr/>
        </p:nvSpPr>
        <p:spPr>
          <a:xfrm rot="5400000">
            <a:off x="5515200" y="-38988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8" name="Google Shape;550;p7"/>
          <p:cNvSpPr/>
          <p:nvPr/>
        </p:nvSpPr>
        <p:spPr>
          <a:xfrm rot="5400000">
            <a:off x="5794560" y="-8676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409" name="Google Shape;551;p7"/>
          <p:cNvGrpSpPr/>
          <p:nvPr/>
        </p:nvGrpSpPr>
        <p:grpSpPr>
          <a:xfrm>
            <a:off x="3502080" y="841320"/>
            <a:ext cx="1252800" cy="50760"/>
            <a:chOff x="3502080" y="841320"/>
            <a:chExt cx="1252800" cy="50760"/>
          </a:xfrm>
        </p:grpSpPr>
        <p:sp>
          <p:nvSpPr>
            <p:cNvPr id="2410" name="Google Shape;552;p7"/>
            <p:cNvSpPr/>
            <p:nvPr/>
          </p:nvSpPr>
          <p:spPr>
            <a:xfrm>
              <a:off x="3502080" y="841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1" name="Google Shape;553;p7"/>
            <p:cNvSpPr/>
            <p:nvPr/>
          </p:nvSpPr>
          <p:spPr>
            <a:xfrm>
              <a:off x="3594600" y="841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2" name="Google Shape;554;p7"/>
            <p:cNvSpPr/>
            <p:nvPr/>
          </p:nvSpPr>
          <p:spPr>
            <a:xfrm>
              <a:off x="3687120" y="841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3" name="Google Shape;555;p7"/>
            <p:cNvSpPr/>
            <p:nvPr/>
          </p:nvSpPr>
          <p:spPr>
            <a:xfrm>
              <a:off x="3779640" y="841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4" name="Google Shape;556;p7"/>
            <p:cNvSpPr/>
            <p:nvPr/>
          </p:nvSpPr>
          <p:spPr>
            <a:xfrm>
              <a:off x="3872160" y="841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5" name="Google Shape;557;p7"/>
            <p:cNvSpPr/>
            <p:nvPr/>
          </p:nvSpPr>
          <p:spPr>
            <a:xfrm>
              <a:off x="3964680" y="841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6" name="Google Shape;558;p7"/>
            <p:cNvSpPr/>
            <p:nvPr/>
          </p:nvSpPr>
          <p:spPr>
            <a:xfrm>
              <a:off x="4057200" y="841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7" name="Google Shape;559;p7"/>
            <p:cNvSpPr/>
            <p:nvPr/>
          </p:nvSpPr>
          <p:spPr>
            <a:xfrm>
              <a:off x="4149360" y="841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8" name="Google Shape;560;p7"/>
            <p:cNvSpPr/>
            <p:nvPr/>
          </p:nvSpPr>
          <p:spPr>
            <a:xfrm>
              <a:off x="4241880" y="841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9" name="Google Shape;561;p7"/>
            <p:cNvSpPr/>
            <p:nvPr/>
          </p:nvSpPr>
          <p:spPr>
            <a:xfrm>
              <a:off x="4334400" y="841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20" name="Google Shape;562;p7"/>
            <p:cNvSpPr/>
            <p:nvPr/>
          </p:nvSpPr>
          <p:spPr>
            <a:xfrm>
              <a:off x="4426920" y="841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21" name="Google Shape;563;p7"/>
            <p:cNvSpPr/>
            <p:nvPr/>
          </p:nvSpPr>
          <p:spPr>
            <a:xfrm>
              <a:off x="4519440" y="841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22" name="Google Shape;564;p7"/>
            <p:cNvSpPr/>
            <p:nvPr/>
          </p:nvSpPr>
          <p:spPr>
            <a:xfrm>
              <a:off x="4611600" y="841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23" name="Google Shape;565;p7"/>
            <p:cNvSpPr/>
            <p:nvPr/>
          </p:nvSpPr>
          <p:spPr>
            <a:xfrm>
              <a:off x="4704120" y="841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424" name="Google Shape;566;p7"/>
          <p:cNvSpPr/>
          <p:nvPr/>
        </p:nvSpPr>
        <p:spPr>
          <a:xfrm rot="5400000">
            <a:off x="8206560" y="420768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425" name="Google Shape;567;p7"/>
          <p:cNvGrpSpPr/>
          <p:nvPr/>
        </p:nvGrpSpPr>
        <p:grpSpPr>
          <a:xfrm>
            <a:off x="8086320" y="4723920"/>
            <a:ext cx="1822680" cy="196560"/>
            <a:chOff x="8086320" y="4723920"/>
            <a:chExt cx="1822680" cy="196560"/>
          </a:xfrm>
        </p:grpSpPr>
        <p:sp>
          <p:nvSpPr>
            <p:cNvPr id="2426" name="Google Shape;568;p7"/>
            <p:cNvSpPr/>
            <p:nvPr/>
          </p:nvSpPr>
          <p:spPr>
            <a:xfrm rot="10800000" flipH="1">
              <a:off x="8185320" y="4723920"/>
              <a:ext cx="1723680" cy="150120"/>
            </a:xfrm>
            <a:custGeom>
              <a:avLst/>
              <a:gdLst>
                <a:gd name="textAreaLeft" fmla="*/ 360 w 1723680"/>
                <a:gd name="textAreaRight" fmla="*/ 172440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7" name="Google Shape;569;p7"/>
            <p:cNvSpPr/>
            <p:nvPr/>
          </p:nvSpPr>
          <p:spPr>
            <a:xfrm rot="10800000" flipH="1">
              <a:off x="8086320" y="482904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8" name="Google Shape;570;p7"/>
            <p:cNvSpPr/>
            <p:nvPr/>
          </p:nvSpPr>
          <p:spPr>
            <a:xfrm rot="10800000" flipH="1">
              <a:off x="8110440" y="485388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429" name="Google Shape;571;p7"/>
          <p:cNvSpPr/>
          <p:nvPr/>
        </p:nvSpPr>
        <p:spPr>
          <a:xfrm rot="10800000">
            <a:off x="420120" y="406440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430" name="Google Shape;572;p7"/>
          <p:cNvGrpSpPr/>
          <p:nvPr/>
        </p:nvGrpSpPr>
        <p:grpSpPr>
          <a:xfrm>
            <a:off x="-197280" y="3314880"/>
            <a:ext cx="552600" cy="98640"/>
            <a:chOff x="-197280" y="3314880"/>
            <a:chExt cx="552600" cy="98640"/>
          </a:xfrm>
        </p:grpSpPr>
        <p:sp>
          <p:nvSpPr>
            <p:cNvPr id="2431" name="Google Shape;573;p7"/>
            <p:cNvSpPr/>
            <p:nvPr/>
          </p:nvSpPr>
          <p:spPr>
            <a:xfrm rot="5400000">
              <a:off x="256680" y="331488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2" name="Google Shape;574;p7"/>
            <p:cNvSpPr/>
            <p:nvPr/>
          </p:nvSpPr>
          <p:spPr>
            <a:xfrm rot="5400000">
              <a:off x="283320" y="33418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33" name="Google Shape;575;p7"/>
            <p:cNvSpPr/>
            <p:nvPr/>
          </p:nvSpPr>
          <p:spPr>
            <a:xfrm rot="5400000">
              <a:off x="-197280" y="33181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4" name="Google Shape;576;p7"/>
            <p:cNvSpPr/>
            <p:nvPr/>
          </p:nvSpPr>
          <p:spPr>
            <a:xfrm rot="5400000">
              <a:off x="-173520" y="334188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35" name="Google Shape;577;p7"/>
            <p:cNvSpPr/>
            <p:nvPr/>
          </p:nvSpPr>
          <p:spPr>
            <a:xfrm rot="5400000">
              <a:off x="78480" y="317916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36" name="Google Shape;578;p7"/>
          <p:cNvGrpSpPr/>
          <p:nvPr/>
        </p:nvGrpSpPr>
        <p:grpSpPr>
          <a:xfrm>
            <a:off x="4954680" y="4958640"/>
            <a:ext cx="1520280" cy="301680"/>
            <a:chOff x="4954680" y="4958640"/>
            <a:chExt cx="1520280" cy="301680"/>
          </a:xfrm>
        </p:grpSpPr>
        <p:sp>
          <p:nvSpPr>
            <p:cNvPr id="2437" name="Google Shape;579;p7"/>
            <p:cNvSpPr/>
            <p:nvPr/>
          </p:nvSpPr>
          <p:spPr>
            <a:xfrm>
              <a:off x="5047920" y="500508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8" name="Google Shape;580;p7"/>
            <p:cNvSpPr/>
            <p:nvPr/>
          </p:nvSpPr>
          <p:spPr>
            <a:xfrm>
              <a:off x="6383520" y="516888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9" name="Google Shape;581;p7"/>
            <p:cNvSpPr/>
            <p:nvPr/>
          </p:nvSpPr>
          <p:spPr>
            <a:xfrm>
              <a:off x="6407640" y="51937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40" name="Google Shape;582;p7"/>
            <p:cNvSpPr/>
            <p:nvPr/>
          </p:nvSpPr>
          <p:spPr>
            <a:xfrm>
              <a:off x="4954680" y="495864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1" name="Google Shape;583;p7"/>
            <p:cNvSpPr/>
            <p:nvPr/>
          </p:nvSpPr>
          <p:spPr>
            <a:xfrm>
              <a:off x="4978440" y="498348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MAIN_POINT">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442" name="Google Shape;585;p8"/>
          <p:cNvGrpSpPr/>
          <p:nvPr/>
        </p:nvGrpSpPr>
        <p:grpSpPr>
          <a:xfrm>
            <a:off x="0" y="0"/>
            <a:ext cx="9143280" cy="5142960"/>
            <a:chOff x="0" y="0"/>
            <a:chExt cx="9143280" cy="5142960"/>
          </a:xfrm>
        </p:grpSpPr>
        <p:sp>
          <p:nvSpPr>
            <p:cNvPr id="2443" name="Google Shape;586;p8"/>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4" name="Google Shape;587;p8"/>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5" name="Google Shape;588;p8"/>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6" name="Google Shape;589;p8"/>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7" name="Google Shape;590;p8"/>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8" name="Google Shape;591;p8"/>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9" name="Google Shape;592;p8"/>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0" name="Google Shape;593;p8"/>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1" name="Google Shape;594;p8"/>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2" name="Google Shape;595;p8"/>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3" name="Google Shape;596;p8"/>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4" name="Google Shape;597;p8"/>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5" name="Google Shape;598;p8"/>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6" name="Google Shape;599;p8"/>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7" name="Google Shape;600;p8"/>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8" name="Google Shape;601;p8"/>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9" name="Google Shape;602;p8"/>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0" name="Google Shape;603;p8"/>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1" name="Google Shape;604;p8"/>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2" name="Google Shape;605;p8"/>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3" name="Google Shape;606;p8"/>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4" name="Google Shape;607;p8"/>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5" name="Google Shape;608;p8"/>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6" name="Google Shape;609;p8"/>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7" name="Google Shape;610;p8"/>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8" name="Google Shape;611;p8"/>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9" name="Google Shape;612;p8"/>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0" name="Google Shape;613;p8"/>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1" name="Google Shape;614;p8"/>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2" name="Google Shape;615;p8"/>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3" name="Google Shape;616;p8"/>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4" name="Google Shape;617;p8"/>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5" name="Google Shape;618;p8"/>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6" name="Google Shape;619;p8"/>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7" name="Google Shape;620;p8"/>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8" name="Google Shape;621;p8"/>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9" name="Google Shape;622;p8"/>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0" name="Google Shape;623;p8"/>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481" name="PlaceHolder 1"/>
          <p:cNvSpPr>
            <a:spLocks noGrp="1"/>
          </p:cNvSpPr>
          <p:nvPr>
            <p:ph type="title"/>
          </p:nvPr>
        </p:nvSpPr>
        <p:spPr>
          <a:xfrm>
            <a:off x="1181880" y="1320840"/>
            <a:ext cx="6779520" cy="2523240"/>
          </a:xfrm>
          <a:prstGeom prst="rect">
            <a:avLst/>
          </a:prstGeom>
          <a:noFill/>
          <a:ln w="0">
            <a:noFill/>
          </a:ln>
          <a:effectLst>
            <a:outerShdw blurRad="142920" rotWithShape="0">
              <a:srgbClr val="8FFFFF">
                <a:alpha val="40000"/>
              </a:srgbClr>
            </a:outerShdw>
          </a:effectLst>
        </p:spPr>
        <p:txBody>
          <a:bodyPr lIns="91440" tIns="91440" rIns="91440" bIns="91440" anchor="ctr">
            <a:noAutofit/>
          </a:bodyPr>
          <a:lstStyle/>
          <a:p>
            <a:pPr indent="0">
              <a:buNone/>
            </a:pPr>
            <a:r>
              <a:rPr lang="fr-FR" sz="4600" b="0" u="none" strike="noStrike">
                <a:solidFill>
                  <a:schemeClr val="dk1"/>
                </a:solidFill>
                <a:effectLst/>
                <a:uFillTx/>
                <a:latin typeface="Arial"/>
              </a:rPr>
              <a:t>Click to edit the title text format</a:t>
            </a:r>
          </a:p>
        </p:txBody>
      </p:sp>
      <p:sp>
        <p:nvSpPr>
          <p:cNvPr id="2482" name="Google Shape;625;p8"/>
          <p:cNvSpPr/>
          <p:nvPr/>
        </p:nvSpPr>
        <p:spPr>
          <a:xfrm rot="16200000">
            <a:off x="348840" y="25848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483" name="Google Shape;626;p8"/>
          <p:cNvGrpSpPr/>
          <p:nvPr/>
        </p:nvGrpSpPr>
        <p:grpSpPr>
          <a:xfrm>
            <a:off x="-1414440" y="2829960"/>
            <a:ext cx="2297520" cy="347040"/>
            <a:chOff x="-1414440" y="2829960"/>
            <a:chExt cx="2297520" cy="347040"/>
          </a:xfrm>
        </p:grpSpPr>
        <p:sp>
          <p:nvSpPr>
            <p:cNvPr id="2484" name="Google Shape;627;p8"/>
            <p:cNvSpPr/>
            <p:nvPr/>
          </p:nvSpPr>
          <p:spPr>
            <a:xfrm>
              <a:off x="-1414440" y="310932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85" name="Google Shape;628;p8"/>
            <p:cNvSpPr/>
            <p:nvPr/>
          </p:nvSpPr>
          <p:spPr>
            <a:xfrm>
              <a:off x="-1111320" y="282996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486" name="Google Shape;629;p8"/>
          <p:cNvGrpSpPr/>
          <p:nvPr/>
        </p:nvGrpSpPr>
        <p:grpSpPr>
          <a:xfrm>
            <a:off x="8059680" y="3661920"/>
            <a:ext cx="1822320" cy="196560"/>
            <a:chOff x="8059680" y="3661920"/>
            <a:chExt cx="1822320" cy="196560"/>
          </a:xfrm>
        </p:grpSpPr>
        <p:sp>
          <p:nvSpPr>
            <p:cNvPr id="2487" name="Google Shape;630;p8"/>
            <p:cNvSpPr/>
            <p:nvPr/>
          </p:nvSpPr>
          <p:spPr>
            <a:xfrm>
              <a:off x="8158320" y="3708360"/>
              <a:ext cx="1723680" cy="150120"/>
            </a:xfrm>
            <a:custGeom>
              <a:avLst/>
              <a:gdLst>
                <a:gd name="textAreaLeft" fmla="*/ 0 w 1723680"/>
                <a:gd name="textAreaRight" fmla="*/ 172404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8" name="Google Shape;631;p8"/>
            <p:cNvSpPr/>
            <p:nvPr/>
          </p:nvSpPr>
          <p:spPr>
            <a:xfrm>
              <a:off x="8059680" y="36619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9" name="Google Shape;632;p8"/>
            <p:cNvSpPr/>
            <p:nvPr/>
          </p:nvSpPr>
          <p:spPr>
            <a:xfrm>
              <a:off x="8084160" y="368676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490" name="Google Shape;633;p8"/>
          <p:cNvSpPr/>
          <p:nvPr/>
        </p:nvSpPr>
        <p:spPr>
          <a:xfrm rot="10800000">
            <a:off x="7375680" y="404532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491" name="Google Shape;634;p8"/>
          <p:cNvGrpSpPr/>
          <p:nvPr/>
        </p:nvGrpSpPr>
        <p:grpSpPr>
          <a:xfrm>
            <a:off x="4423680" y="4144680"/>
            <a:ext cx="296280" cy="1822320"/>
            <a:chOff x="4423680" y="4144680"/>
            <a:chExt cx="296280" cy="1822320"/>
          </a:xfrm>
        </p:grpSpPr>
        <p:sp>
          <p:nvSpPr>
            <p:cNvPr id="2492" name="Google Shape;635;p8"/>
            <p:cNvSpPr/>
            <p:nvPr/>
          </p:nvSpPr>
          <p:spPr>
            <a:xfrm rot="5400000" flipV="1">
              <a:off x="3782880" y="5029920"/>
              <a:ext cx="1723680" cy="150120"/>
            </a:xfrm>
            <a:custGeom>
              <a:avLst/>
              <a:gdLst>
                <a:gd name="textAreaLeft" fmla="*/ 0 w 1723680"/>
                <a:gd name="textAreaRight" fmla="*/ 1724040 w 1723680"/>
                <a:gd name="textAreaTop" fmla="*/ -360 h 150120"/>
                <a:gd name="textAreaBottom" fmla="*/ 15012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93" name="Google Shape;636;p8"/>
            <p:cNvSpPr/>
            <p:nvPr/>
          </p:nvSpPr>
          <p:spPr>
            <a:xfrm rot="5400000" flipV="1">
              <a:off x="4423680" y="474084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94" name="Google Shape;637;p8"/>
            <p:cNvSpPr/>
            <p:nvPr/>
          </p:nvSpPr>
          <p:spPr>
            <a:xfrm rot="5400000" flipV="1">
              <a:off x="4448160" y="476532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4">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5" name="Google Shape;638;p8"/>
            <p:cNvSpPr/>
            <p:nvPr/>
          </p:nvSpPr>
          <p:spPr>
            <a:xfrm rot="5400000" flipV="1">
              <a:off x="4523400" y="414468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96" name="Google Shape;639;p8"/>
            <p:cNvSpPr/>
            <p:nvPr/>
          </p:nvSpPr>
          <p:spPr>
            <a:xfrm rot="5400000" flipV="1">
              <a:off x="4547520" y="416880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7" name="Google Shape;640;p8"/>
            <p:cNvSpPr/>
            <p:nvPr/>
          </p:nvSpPr>
          <p:spPr>
            <a:xfrm rot="5400000" flipV="1">
              <a:off x="3990240" y="5311440"/>
              <a:ext cx="1134360" cy="174960"/>
            </a:xfrm>
            <a:custGeom>
              <a:avLst/>
              <a:gdLst>
                <a:gd name="textAreaLeft" fmla="*/ 0 w 1134360"/>
                <a:gd name="textAreaRight" fmla="*/ 1134720 w 1134360"/>
                <a:gd name="textAreaTop" fmla="*/ 360 h 174960"/>
                <a:gd name="textAreaBottom" fmla="*/ 175680 h 174960"/>
              </a:gdLst>
              <a:ahLst/>
              <a:cxnLst/>
              <a:rect l="textAreaLeft" t="textAreaTop" r="textAreaRight" b="textAreaBottom"/>
              <a:pathLst>
                <a:path w="36417" h="5628" fill="none">
                  <a:moveTo>
                    <a:pt x="0" y="0"/>
                  </a:moveTo>
                  <a:lnTo>
                    <a:pt x="6049" y="0"/>
                  </a:lnTo>
                  <a:lnTo>
                    <a:pt x="8379" y="2330"/>
                  </a:lnTo>
                  <a:lnTo>
                    <a:pt x="11676" y="5627"/>
                  </a:lnTo>
                  <a:lnTo>
                    <a:pt x="36416" y="5627"/>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498" name="Google Shape;641;p8"/>
          <p:cNvSpPr/>
          <p:nvPr/>
        </p:nvSpPr>
        <p:spPr>
          <a:xfrm rot="10800000">
            <a:off x="8028000" y="2479320"/>
            <a:ext cx="1994400" cy="67680"/>
          </a:xfrm>
          <a:prstGeom prst="roundRect">
            <a:avLst>
              <a:gd name="adj" fmla="val 50000"/>
            </a:avLst>
          </a:prstGeom>
          <a:gradFill rotWithShape="0">
            <a:gsLst>
              <a:gs pos="0">
                <a:srgbClr val="151B46"/>
              </a:gs>
              <a:gs pos="100000">
                <a:srgbClr val="8FFFFF"/>
              </a:gs>
            </a:gsLst>
            <a:lin ang="134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9" name="Google Shape;642;p8"/>
          <p:cNvSpPr/>
          <p:nvPr/>
        </p:nvSpPr>
        <p:spPr>
          <a:xfrm rot="10800000">
            <a:off x="4680" y="385956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00" name="Google Shape;643;p8"/>
          <p:cNvSpPr/>
          <p:nvPr/>
        </p:nvSpPr>
        <p:spPr>
          <a:xfrm rot="5400000">
            <a:off x="8206560" y="-34884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501" name="Google Shape;644;p8"/>
          <p:cNvGrpSpPr/>
          <p:nvPr/>
        </p:nvGrpSpPr>
        <p:grpSpPr>
          <a:xfrm>
            <a:off x="7812720" y="1533240"/>
            <a:ext cx="1520640" cy="301680"/>
            <a:chOff x="7812720" y="1533240"/>
            <a:chExt cx="1520640" cy="301680"/>
          </a:xfrm>
        </p:grpSpPr>
        <p:sp>
          <p:nvSpPr>
            <p:cNvPr id="2502" name="Google Shape;645;p8"/>
            <p:cNvSpPr/>
            <p:nvPr/>
          </p:nvSpPr>
          <p:spPr>
            <a:xfrm>
              <a:off x="7906320" y="157968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3" name="Google Shape;646;p8"/>
            <p:cNvSpPr/>
            <p:nvPr/>
          </p:nvSpPr>
          <p:spPr>
            <a:xfrm>
              <a:off x="9241920" y="174348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4" name="Google Shape;647;p8"/>
            <p:cNvSpPr/>
            <p:nvPr/>
          </p:nvSpPr>
          <p:spPr>
            <a:xfrm>
              <a:off x="9265680" y="17683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05" name="Google Shape;648;p8"/>
            <p:cNvSpPr/>
            <p:nvPr/>
          </p:nvSpPr>
          <p:spPr>
            <a:xfrm>
              <a:off x="7812720" y="153324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6" name="Google Shape;649;p8"/>
            <p:cNvSpPr/>
            <p:nvPr/>
          </p:nvSpPr>
          <p:spPr>
            <a:xfrm>
              <a:off x="7836840" y="155808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507" name="Google Shape;650;p8"/>
          <p:cNvGrpSpPr/>
          <p:nvPr/>
        </p:nvGrpSpPr>
        <p:grpSpPr>
          <a:xfrm>
            <a:off x="-184320" y="4536000"/>
            <a:ext cx="1520640" cy="301680"/>
            <a:chOff x="-184320" y="4536000"/>
            <a:chExt cx="1520640" cy="301680"/>
          </a:xfrm>
        </p:grpSpPr>
        <p:sp>
          <p:nvSpPr>
            <p:cNvPr id="2508" name="Google Shape;651;p8"/>
            <p:cNvSpPr/>
            <p:nvPr/>
          </p:nvSpPr>
          <p:spPr>
            <a:xfrm rot="5400000">
              <a:off x="471960" y="4019400"/>
              <a:ext cx="209160" cy="1335240"/>
            </a:xfrm>
            <a:custGeom>
              <a:avLst/>
              <a:gdLst>
                <a:gd name="textAreaLeft" fmla="*/ 0 w 209160"/>
                <a:gd name="textAreaRight" fmla="*/ 209520 w 209160"/>
                <a:gd name="textAreaTop" fmla="*/ 0 h 1335240"/>
                <a:gd name="textAreaBottom" fmla="*/ 1335600 h 1335240"/>
              </a:gdLst>
              <a:ahLst/>
              <a:cxnLst/>
              <a:rect l="textAreaLeft" t="textAreaTop" r="textAreaRight" b="textAreaBottom"/>
              <a:pathLst>
                <a:path w="6719" h="42862" fill="none">
                  <a:moveTo>
                    <a:pt x="0" y="42862"/>
                  </a:moveTo>
                  <a:lnTo>
                    <a:pt x="0" y="23799"/>
                  </a:lnTo>
                  <a:lnTo>
                    <a:pt x="6718" y="17056"/>
                  </a:lnTo>
                  <a:lnTo>
                    <a:pt x="6718"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9" name="Google Shape;652;p8"/>
            <p:cNvSpPr/>
            <p:nvPr/>
          </p:nvSpPr>
          <p:spPr>
            <a:xfrm rot="5400000">
              <a:off x="1244880" y="4746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10" name="Google Shape;653;p8"/>
            <p:cNvSpPr/>
            <p:nvPr/>
          </p:nvSpPr>
          <p:spPr>
            <a:xfrm rot="5400000">
              <a:off x="1269360" y="47703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1" name="Google Shape;654;p8"/>
            <p:cNvSpPr/>
            <p:nvPr/>
          </p:nvSpPr>
          <p:spPr>
            <a:xfrm rot="5400000">
              <a:off x="-184320" y="45360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12" name="Google Shape;655;p8"/>
            <p:cNvSpPr/>
            <p:nvPr/>
          </p:nvSpPr>
          <p:spPr>
            <a:xfrm rot="5400000">
              <a:off x="-160200" y="456120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513" name="Google Shape;656;p8"/>
          <p:cNvSpPr/>
          <p:nvPr/>
        </p:nvSpPr>
        <p:spPr>
          <a:xfrm rot="16200000" flipH="1">
            <a:off x="1059840" y="-189000"/>
            <a:ext cx="1994400" cy="67680"/>
          </a:xfrm>
          <a:prstGeom prst="roundRect">
            <a:avLst>
              <a:gd name="adj" fmla="val 50000"/>
            </a:avLst>
          </a:prstGeom>
          <a:gradFill rotWithShape="0">
            <a:gsLst>
              <a:gs pos="0">
                <a:srgbClr val="151B46"/>
              </a:gs>
              <a:gs pos="100000">
                <a:srgbClr val="8FFFFF"/>
              </a:gs>
            </a:gsLst>
            <a:lin ang="2700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514" name="Google Shape;657;p8"/>
          <p:cNvGrpSpPr/>
          <p:nvPr/>
        </p:nvGrpSpPr>
        <p:grpSpPr>
          <a:xfrm>
            <a:off x="8327880" y="172440"/>
            <a:ext cx="882720" cy="241560"/>
            <a:chOff x="8327880" y="172440"/>
            <a:chExt cx="882720" cy="241560"/>
          </a:xfrm>
        </p:grpSpPr>
        <p:sp>
          <p:nvSpPr>
            <p:cNvPr id="2515" name="Google Shape;658;p8"/>
            <p:cNvSpPr/>
            <p:nvPr/>
          </p:nvSpPr>
          <p:spPr>
            <a:xfrm>
              <a:off x="8327880" y="17244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6" name="Google Shape;659;p8"/>
            <p:cNvSpPr/>
            <p:nvPr/>
          </p:nvSpPr>
          <p:spPr>
            <a:xfrm>
              <a:off x="8475120" y="172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7" name="Google Shape;660;p8"/>
            <p:cNvSpPr/>
            <p:nvPr/>
          </p:nvSpPr>
          <p:spPr>
            <a:xfrm>
              <a:off x="8621280" y="172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8" name="Google Shape;661;p8"/>
            <p:cNvSpPr/>
            <p:nvPr/>
          </p:nvSpPr>
          <p:spPr>
            <a:xfrm>
              <a:off x="8767440" y="172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9" name="Google Shape;662;p8"/>
            <p:cNvSpPr/>
            <p:nvPr/>
          </p:nvSpPr>
          <p:spPr>
            <a:xfrm>
              <a:off x="8913960" y="172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0" name="Google Shape;663;p8"/>
            <p:cNvSpPr/>
            <p:nvPr/>
          </p:nvSpPr>
          <p:spPr>
            <a:xfrm>
              <a:off x="9060120" y="1724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521" name="Google Shape;664;p8"/>
          <p:cNvGrpSpPr/>
          <p:nvPr/>
        </p:nvGrpSpPr>
        <p:grpSpPr>
          <a:xfrm>
            <a:off x="-248040" y="1713600"/>
            <a:ext cx="883080" cy="241560"/>
            <a:chOff x="-248040" y="1713600"/>
            <a:chExt cx="883080" cy="241560"/>
          </a:xfrm>
        </p:grpSpPr>
        <p:sp>
          <p:nvSpPr>
            <p:cNvPr id="2522" name="Google Shape;665;p8"/>
            <p:cNvSpPr/>
            <p:nvPr/>
          </p:nvSpPr>
          <p:spPr>
            <a:xfrm flipH="1">
              <a:off x="483120" y="1713600"/>
              <a:ext cx="151920" cy="241560"/>
            </a:xfrm>
            <a:custGeom>
              <a:avLst/>
              <a:gdLst>
                <a:gd name="textAreaLeft" fmla="*/ 360 w 151920"/>
                <a:gd name="textAreaRight" fmla="*/ 15264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3" name="Google Shape;666;p8"/>
            <p:cNvSpPr/>
            <p:nvPr/>
          </p:nvSpPr>
          <p:spPr>
            <a:xfrm flipH="1">
              <a:off x="336960" y="171360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4" name="Google Shape;667;p8"/>
            <p:cNvSpPr/>
            <p:nvPr/>
          </p:nvSpPr>
          <p:spPr>
            <a:xfrm flipH="1">
              <a:off x="190440" y="171360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5" name="Google Shape;668;p8"/>
            <p:cNvSpPr/>
            <p:nvPr/>
          </p:nvSpPr>
          <p:spPr>
            <a:xfrm flipH="1">
              <a:off x="44280" y="171360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6" name="Google Shape;669;p8"/>
            <p:cNvSpPr/>
            <p:nvPr/>
          </p:nvSpPr>
          <p:spPr>
            <a:xfrm flipH="1">
              <a:off x="-101880" y="1713600"/>
              <a:ext cx="150480" cy="241560"/>
            </a:xfrm>
            <a:custGeom>
              <a:avLst/>
              <a:gdLst>
                <a:gd name="textAreaLeft" fmla="*/ -360 w 150480"/>
                <a:gd name="textAreaRight" fmla="*/ 15048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7" name="Google Shape;670;p8"/>
            <p:cNvSpPr/>
            <p:nvPr/>
          </p:nvSpPr>
          <p:spPr>
            <a:xfrm flipH="1">
              <a:off x="-248040" y="1713600"/>
              <a:ext cx="150480" cy="241560"/>
            </a:xfrm>
            <a:custGeom>
              <a:avLst/>
              <a:gdLst>
                <a:gd name="textAreaLeft" fmla="*/ -360 w 150480"/>
                <a:gd name="textAreaRight" fmla="*/ 15048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528" name="Google Shape;671;p8"/>
          <p:cNvGrpSpPr/>
          <p:nvPr/>
        </p:nvGrpSpPr>
        <p:grpSpPr>
          <a:xfrm>
            <a:off x="4429800" y="-820440"/>
            <a:ext cx="296280" cy="1822320"/>
            <a:chOff x="4429800" y="-820440"/>
            <a:chExt cx="296280" cy="1822320"/>
          </a:xfrm>
        </p:grpSpPr>
        <p:sp>
          <p:nvSpPr>
            <p:cNvPr id="2529" name="Google Shape;672;p8"/>
            <p:cNvSpPr/>
            <p:nvPr/>
          </p:nvSpPr>
          <p:spPr>
            <a:xfrm rot="16200000">
              <a:off x="3789000" y="-33480"/>
              <a:ext cx="1723680" cy="150120"/>
            </a:xfrm>
            <a:custGeom>
              <a:avLst/>
              <a:gdLst>
                <a:gd name="textAreaLeft" fmla="*/ 0 w 1723680"/>
                <a:gd name="textAreaRight" fmla="*/ 172404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0" name="Google Shape;673;p8"/>
            <p:cNvSpPr/>
            <p:nvPr/>
          </p:nvSpPr>
          <p:spPr>
            <a:xfrm rot="16200000">
              <a:off x="4429800" y="31428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1" name="Google Shape;674;p8"/>
            <p:cNvSpPr/>
            <p:nvPr/>
          </p:nvSpPr>
          <p:spPr>
            <a:xfrm rot="16200000">
              <a:off x="4454280" y="33840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4">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32" name="Google Shape;675;p8"/>
            <p:cNvSpPr/>
            <p:nvPr/>
          </p:nvSpPr>
          <p:spPr>
            <a:xfrm rot="16200000">
              <a:off x="4529520" y="9104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3" name="Google Shape;676;p8"/>
            <p:cNvSpPr/>
            <p:nvPr/>
          </p:nvSpPr>
          <p:spPr>
            <a:xfrm rot="16200000">
              <a:off x="4553640" y="9349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34" name="Google Shape;677;p8"/>
            <p:cNvSpPr/>
            <p:nvPr/>
          </p:nvSpPr>
          <p:spPr>
            <a:xfrm rot="16200000">
              <a:off x="3996360" y="-340560"/>
              <a:ext cx="1134360" cy="174960"/>
            </a:xfrm>
            <a:custGeom>
              <a:avLst/>
              <a:gdLst>
                <a:gd name="textAreaLeft" fmla="*/ 0 w 1134360"/>
                <a:gd name="textAreaRight" fmla="*/ 1134720 w 1134360"/>
                <a:gd name="textAreaTop" fmla="*/ 0 h 174960"/>
                <a:gd name="textAreaBottom" fmla="*/ 175320 h 174960"/>
              </a:gdLst>
              <a:ahLst/>
              <a:cxnLst/>
              <a:rect l="textAreaLeft" t="textAreaTop" r="textAreaRight" b="textAreaBottom"/>
              <a:pathLst>
                <a:path w="36417" h="5628" fill="none">
                  <a:moveTo>
                    <a:pt x="0" y="0"/>
                  </a:moveTo>
                  <a:lnTo>
                    <a:pt x="6049" y="0"/>
                  </a:lnTo>
                  <a:lnTo>
                    <a:pt x="8379" y="2330"/>
                  </a:lnTo>
                  <a:lnTo>
                    <a:pt x="11676" y="5627"/>
                  </a:lnTo>
                  <a:lnTo>
                    <a:pt x="36416" y="5627"/>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2535" name="Google Shape;679;p9"/>
          <p:cNvGrpSpPr/>
          <p:nvPr/>
        </p:nvGrpSpPr>
        <p:grpSpPr>
          <a:xfrm>
            <a:off x="0" y="0"/>
            <a:ext cx="9143280" cy="5142960"/>
            <a:chOff x="0" y="0"/>
            <a:chExt cx="9143280" cy="5142960"/>
          </a:xfrm>
        </p:grpSpPr>
        <p:sp>
          <p:nvSpPr>
            <p:cNvPr id="2536" name="Google Shape;680;p9"/>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7" name="Google Shape;681;p9"/>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8" name="Google Shape;682;p9"/>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9" name="Google Shape;683;p9"/>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0" name="Google Shape;684;p9"/>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1" name="Google Shape;685;p9"/>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2" name="Google Shape;686;p9"/>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3" name="Google Shape;687;p9"/>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4" name="Google Shape;688;p9"/>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5" name="Google Shape;689;p9"/>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6" name="Google Shape;690;p9"/>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7" name="Google Shape;691;p9"/>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8" name="Google Shape;692;p9"/>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9" name="Google Shape;693;p9"/>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0" name="Google Shape;694;p9"/>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1" name="Google Shape;695;p9"/>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2" name="Google Shape;696;p9"/>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3" name="Google Shape;697;p9"/>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4" name="Google Shape;698;p9"/>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5" name="Google Shape;699;p9"/>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6" name="Google Shape;700;p9"/>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7" name="Google Shape;701;p9"/>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8" name="Google Shape;702;p9"/>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9" name="Google Shape;703;p9"/>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0" name="Google Shape;704;p9"/>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1" name="Google Shape;705;p9"/>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2" name="Google Shape;706;p9"/>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3" name="Google Shape;707;p9"/>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4" name="Google Shape;708;p9"/>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5" name="Google Shape;709;p9"/>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6" name="Google Shape;710;p9"/>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7" name="Google Shape;711;p9"/>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8" name="Google Shape;712;p9"/>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9" name="Google Shape;713;p9"/>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70" name="Google Shape;714;p9"/>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71" name="Google Shape;715;p9"/>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72" name="Google Shape;716;p9"/>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73" name="Google Shape;717;p9"/>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574" name="PlaceHolder 1"/>
          <p:cNvSpPr>
            <a:spLocks noGrp="1"/>
          </p:cNvSpPr>
          <p:nvPr>
            <p:ph type="title"/>
          </p:nvPr>
        </p:nvSpPr>
        <p:spPr>
          <a:xfrm>
            <a:off x="1656720" y="1241280"/>
            <a:ext cx="5829840" cy="1168920"/>
          </a:xfrm>
          <a:prstGeom prst="rect">
            <a:avLst/>
          </a:prstGeom>
          <a:noFill/>
          <a:ln w="0">
            <a:noFill/>
          </a:ln>
          <a:effectLst>
            <a:outerShdw blurRad="142920" rotWithShape="0">
              <a:srgbClr val="8FFFFF">
                <a:alpha val="40000"/>
              </a:srgbClr>
            </a:outerShdw>
          </a:effectLst>
        </p:spPr>
        <p:txBody>
          <a:bodyPr lIns="91440" tIns="91440" rIns="91440" bIns="91440" anchor="b">
            <a:noAutofit/>
          </a:bodyPr>
          <a:lstStyle/>
          <a:p>
            <a:pPr indent="0">
              <a:buNone/>
            </a:pPr>
            <a:r>
              <a:rPr lang="fr-FR" sz="3200" b="0" u="none" strike="noStrike">
                <a:solidFill>
                  <a:schemeClr val="dk1"/>
                </a:solidFill>
                <a:effectLst/>
                <a:uFillTx/>
                <a:latin typeface="Arial"/>
              </a:rPr>
              <a:t>Click to edit the title text format</a:t>
            </a:r>
          </a:p>
        </p:txBody>
      </p:sp>
      <p:sp>
        <p:nvSpPr>
          <p:cNvPr id="2575" name="Google Shape;720;p9"/>
          <p:cNvSpPr/>
          <p:nvPr/>
        </p:nvSpPr>
        <p:spPr>
          <a:xfrm rot="16200000">
            <a:off x="348840" y="25848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576" name="Google Shape;721;p9"/>
          <p:cNvGrpSpPr/>
          <p:nvPr/>
        </p:nvGrpSpPr>
        <p:grpSpPr>
          <a:xfrm>
            <a:off x="360" y="779760"/>
            <a:ext cx="882720" cy="241560"/>
            <a:chOff x="360" y="779760"/>
            <a:chExt cx="882720" cy="241560"/>
          </a:xfrm>
        </p:grpSpPr>
        <p:sp>
          <p:nvSpPr>
            <p:cNvPr id="2577" name="Google Shape;722;p9"/>
            <p:cNvSpPr/>
            <p:nvPr/>
          </p:nvSpPr>
          <p:spPr>
            <a:xfrm rot="10800000">
              <a:off x="731160" y="77976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78" name="Google Shape;723;p9"/>
            <p:cNvSpPr/>
            <p:nvPr/>
          </p:nvSpPr>
          <p:spPr>
            <a:xfrm rot="10800000">
              <a:off x="58536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79" name="Google Shape;724;p9"/>
            <p:cNvSpPr/>
            <p:nvPr/>
          </p:nvSpPr>
          <p:spPr>
            <a:xfrm rot="10800000">
              <a:off x="43920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80" name="Google Shape;725;p9"/>
            <p:cNvSpPr/>
            <p:nvPr/>
          </p:nvSpPr>
          <p:spPr>
            <a:xfrm rot="10800000">
              <a:off x="29304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81" name="Google Shape;726;p9"/>
            <p:cNvSpPr/>
            <p:nvPr/>
          </p:nvSpPr>
          <p:spPr>
            <a:xfrm rot="10800000">
              <a:off x="14688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82" name="Google Shape;727;p9"/>
            <p:cNvSpPr/>
            <p:nvPr/>
          </p:nvSpPr>
          <p:spPr>
            <a:xfrm rot="10800000">
              <a:off x="36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583" name="Google Shape;728;p9"/>
          <p:cNvSpPr/>
          <p:nvPr/>
        </p:nvSpPr>
        <p:spPr>
          <a:xfrm rot="5400000">
            <a:off x="1495800" y="-49176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84" name="Google Shape;729;p9"/>
          <p:cNvSpPr/>
          <p:nvPr/>
        </p:nvSpPr>
        <p:spPr>
          <a:xfrm rot="5400000">
            <a:off x="1775160" y="-18900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85" name="Google Shape;730;p9"/>
          <p:cNvSpPr/>
          <p:nvPr/>
        </p:nvSpPr>
        <p:spPr>
          <a:xfrm>
            <a:off x="8557200" y="0"/>
            <a:ext cx="586440" cy="1284120"/>
          </a:xfrm>
          <a:prstGeom prst="flowChartOffpageConnector">
            <a:avLst/>
          </a:prstGeom>
          <a:gradFill rotWithShape="0">
            <a:gsLst>
              <a:gs pos="0">
                <a:srgbClr val="1D2875"/>
              </a:gs>
              <a:gs pos="100000">
                <a:srgbClr val="151B46"/>
              </a:gs>
            </a:gsLst>
            <a:lin ang="162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586" name="Google Shape;731;p9"/>
          <p:cNvGrpSpPr/>
          <p:nvPr/>
        </p:nvGrpSpPr>
        <p:grpSpPr>
          <a:xfrm>
            <a:off x="-1414440" y="3287160"/>
            <a:ext cx="2297520" cy="347040"/>
            <a:chOff x="-1414440" y="3287160"/>
            <a:chExt cx="2297520" cy="347040"/>
          </a:xfrm>
        </p:grpSpPr>
        <p:sp>
          <p:nvSpPr>
            <p:cNvPr id="2587" name="Google Shape;732;p9"/>
            <p:cNvSpPr/>
            <p:nvPr/>
          </p:nvSpPr>
          <p:spPr>
            <a:xfrm>
              <a:off x="-1414440" y="356652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88" name="Google Shape;733;p9"/>
            <p:cNvSpPr/>
            <p:nvPr/>
          </p:nvSpPr>
          <p:spPr>
            <a:xfrm>
              <a:off x="-1111320" y="328716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589" name="Google Shape;734;p9"/>
          <p:cNvGrpSpPr/>
          <p:nvPr/>
        </p:nvGrpSpPr>
        <p:grpSpPr>
          <a:xfrm>
            <a:off x="5512680" y="-116280"/>
            <a:ext cx="1520280" cy="301320"/>
            <a:chOff x="5512680" y="-116280"/>
            <a:chExt cx="1520280" cy="301320"/>
          </a:xfrm>
        </p:grpSpPr>
        <p:sp>
          <p:nvSpPr>
            <p:cNvPr id="2590" name="Google Shape;735;p9"/>
            <p:cNvSpPr/>
            <p:nvPr/>
          </p:nvSpPr>
          <p:spPr>
            <a:xfrm>
              <a:off x="5605920" y="-6984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91" name="Google Shape;736;p9"/>
            <p:cNvSpPr/>
            <p:nvPr/>
          </p:nvSpPr>
          <p:spPr>
            <a:xfrm>
              <a:off x="6941520" y="936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92" name="Google Shape;737;p9"/>
            <p:cNvSpPr/>
            <p:nvPr/>
          </p:nvSpPr>
          <p:spPr>
            <a:xfrm>
              <a:off x="6965640" y="1184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93" name="Google Shape;738;p9"/>
            <p:cNvSpPr/>
            <p:nvPr/>
          </p:nvSpPr>
          <p:spPr>
            <a:xfrm>
              <a:off x="5512680" y="-11628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94" name="Google Shape;739;p9"/>
            <p:cNvSpPr/>
            <p:nvPr/>
          </p:nvSpPr>
          <p:spPr>
            <a:xfrm>
              <a:off x="5536440" y="-914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595" name="Google Shape;740;p9"/>
          <p:cNvGrpSpPr/>
          <p:nvPr/>
        </p:nvGrpSpPr>
        <p:grpSpPr>
          <a:xfrm>
            <a:off x="7918560" y="1923480"/>
            <a:ext cx="1822680" cy="296640"/>
            <a:chOff x="7918560" y="1923480"/>
            <a:chExt cx="1822680" cy="296640"/>
          </a:xfrm>
        </p:grpSpPr>
        <p:sp>
          <p:nvSpPr>
            <p:cNvPr id="2596" name="Google Shape;741;p9"/>
            <p:cNvSpPr/>
            <p:nvPr/>
          </p:nvSpPr>
          <p:spPr>
            <a:xfrm flipV="1">
              <a:off x="8017560" y="1923120"/>
              <a:ext cx="1723680" cy="150120"/>
            </a:xfrm>
            <a:custGeom>
              <a:avLst/>
              <a:gdLst>
                <a:gd name="textAreaLeft" fmla="*/ 0 w 1723680"/>
                <a:gd name="textAreaRight" fmla="*/ 1724040 w 1723680"/>
                <a:gd name="textAreaTop" fmla="*/ -360 h 150120"/>
                <a:gd name="textAreaBottom" fmla="*/ 15012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97" name="Google Shape;742;p9"/>
            <p:cNvSpPr/>
            <p:nvPr/>
          </p:nvSpPr>
          <p:spPr>
            <a:xfrm flipV="1">
              <a:off x="8514720" y="212868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98" name="Google Shape;743;p9"/>
            <p:cNvSpPr/>
            <p:nvPr/>
          </p:nvSpPr>
          <p:spPr>
            <a:xfrm flipV="1">
              <a:off x="8539560" y="215244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4">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99" name="Google Shape;744;p9"/>
            <p:cNvSpPr/>
            <p:nvPr/>
          </p:nvSpPr>
          <p:spPr>
            <a:xfrm flipV="1">
              <a:off x="7918560" y="202896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00" name="Google Shape;745;p9"/>
            <p:cNvSpPr/>
            <p:nvPr/>
          </p:nvSpPr>
          <p:spPr>
            <a:xfrm flipV="1">
              <a:off x="7943400" y="205308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1" name="Google Shape;746;p9"/>
            <p:cNvSpPr/>
            <p:nvPr/>
          </p:nvSpPr>
          <p:spPr>
            <a:xfrm flipV="1">
              <a:off x="8606880" y="1998720"/>
              <a:ext cx="1134360" cy="174960"/>
            </a:xfrm>
            <a:custGeom>
              <a:avLst/>
              <a:gdLst>
                <a:gd name="textAreaLeft" fmla="*/ 0 w 1134360"/>
                <a:gd name="textAreaRight" fmla="*/ 1134720 w 1134360"/>
                <a:gd name="textAreaTop" fmla="*/ 360 h 174960"/>
                <a:gd name="textAreaBottom" fmla="*/ 175680 h 174960"/>
              </a:gdLst>
              <a:ahLst/>
              <a:cxnLst/>
              <a:rect l="textAreaLeft" t="textAreaTop" r="textAreaRight" b="textAreaBottom"/>
              <a:pathLst>
                <a:path w="36417" h="5628" fill="none">
                  <a:moveTo>
                    <a:pt x="0" y="0"/>
                  </a:moveTo>
                  <a:lnTo>
                    <a:pt x="6049" y="0"/>
                  </a:lnTo>
                  <a:lnTo>
                    <a:pt x="8379" y="2330"/>
                  </a:lnTo>
                  <a:lnTo>
                    <a:pt x="11676" y="5627"/>
                  </a:lnTo>
                  <a:lnTo>
                    <a:pt x="36416" y="5627"/>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02" name="Google Shape;747;p9"/>
          <p:cNvGrpSpPr/>
          <p:nvPr/>
        </p:nvGrpSpPr>
        <p:grpSpPr>
          <a:xfrm>
            <a:off x="-799200" y="2157840"/>
            <a:ext cx="1822320" cy="196560"/>
            <a:chOff x="-799200" y="2157840"/>
            <a:chExt cx="1822320" cy="196560"/>
          </a:xfrm>
        </p:grpSpPr>
        <p:sp>
          <p:nvSpPr>
            <p:cNvPr id="2603" name="Google Shape;748;p9"/>
            <p:cNvSpPr/>
            <p:nvPr/>
          </p:nvSpPr>
          <p:spPr>
            <a:xfrm flipH="1">
              <a:off x="-799200" y="2204280"/>
              <a:ext cx="1723680" cy="150120"/>
            </a:xfrm>
            <a:custGeom>
              <a:avLst/>
              <a:gdLst>
                <a:gd name="textAreaLeft" fmla="*/ 360 w 1723680"/>
                <a:gd name="textAreaRight" fmla="*/ 172440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04" name="Google Shape;749;p9"/>
            <p:cNvSpPr/>
            <p:nvPr/>
          </p:nvSpPr>
          <p:spPr>
            <a:xfrm flipH="1">
              <a:off x="931680" y="215784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05" name="Google Shape;750;p9"/>
            <p:cNvSpPr/>
            <p:nvPr/>
          </p:nvSpPr>
          <p:spPr>
            <a:xfrm flipH="1">
              <a:off x="955080" y="218268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606" name="Google Shape;751;p9"/>
          <p:cNvGrpSpPr/>
          <p:nvPr/>
        </p:nvGrpSpPr>
        <p:grpSpPr>
          <a:xfrm>
            <a:off x="8331120" y="3180240"/>
            <a:ext cx="1105920" cy="133560"/>
            <a:chOff x="8331120" y="3180240"/>
            <a:chExt cx="1105920" cy="133560"/>
          </a:xfrm>
        </p:grpSpPr>
        <p:grpSp>
          <p:nvGrpSpPr>
            <p:cNvPr id="2607" name="Google Shape;752;p9"/>
            <p:cNvGrpSpPr/>
            <p:nvPr/>
          </p:nvGrpSpPr>
          <p:grpSpPr>
            <a:xfrm>
              <a:off x="8331120" y="3263040"/>
              <a:ext cx="883080" cy="50760"/>
              <a:chOff x="8331120" y="3263040"/>
              <a:chExt cx="883080" cy="50760"/>
            </a:xfrm>
          </p:grpSpPr>
          <p:sp>
            <p:nvSpPr>
              <p:cNvPr id="2608" name="Google Shape;753;p9"/>
              <p:cNvSpPr/>
              <p:nvPr/>
            </p:nvSpPr>
            <p:spPr>
              <a:xfrm>
                <a:off x="8331120" y="3263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9" name="Google Shape;754;p9"/>
              <p:cNvSpPr/>
              <p:nvPr/>
            </p:nvSpPr>
            <p:spPr>
              <a:xfrm>
                <a:off x="8423640" y="3263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0" name="Google Shape;755;p9"/>
              <p:cNvSpPr/>
              <p:nvPr/>
            </p:nvSpPr>
            <p:spPr>
              <a:xfrm>
                <a:off x="8516160" y="3263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1" name="Google Shape;756;p9"/>
              <p:cNvSpPr/>
              <p:nvPr/>
            </p:nvSpPr>
            <p:spPr>
              <a:xfrm>
                <a:off x="8608680" y="3263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2" name="Google Shape;757;p9"/>
              <p:cNvSpPr/>
              <p:nvPr/>
            </p:nvSpPr>
            <p:spPr>
              <a:xfrm>
                <a:off x="8701200" y="3263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3" name="Google Shape;758;p9"/>
              <p:cNvSpPr/>
              <p:nvPr/>
            </p:nvSpPr>
            <p:spPr>
              <a:xfrm>
                <a:off x="8793720" y="3263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4" name="Google Shape;759;p9"/>
              <p:cNvSpPr/>
              <p:nvPr/>
            </p:nvSpPr>
            <p:spPr>
              <a:xfrm>
                <a:off x="8886240" y="3263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5" name="Google Shape;760;p9"/>
              <p:cNvSpPr/>
              <p:nvPr/>
            </p:nvSpPr>
            <p:spPr>
              <a:xfrm>
                <a:off x="8978400" y="3263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6" name="Google Shape;761;p9"/>
              <p:cNvSpPr/>
              <p:nvPr/>
            </p:nvSpPr>
            <p:spPr>
              <a:xfrm>
                <a:off x="9070920" y="3263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17" name="Google Shape;762;p9"/>
              <p:cNvSpPr/>
              <p:nvPr/>
            </p:nvSpPr>
            <p:spPr>
              <a:xfrm>
                <a:off x="9163440" y="32630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618" name="Google Shape;763;p9"/>
            <p:cNvGrpSpPr/>
            <p:nvPr/>
          </p:nvGrpSpPr>
          <p:grpSpPr>
            <a:xfrm>
              <a:off x="8553960" y="3180240"/>
              <a:ext cx="883080" cy="50760"/>
              <a:chOff x="8553960" y="3180240"/>
              <a:chExt cx="883080" cy="50760"/>
            </a:xfrm>
          </p:grpSpPr>
          <p:sp>
            <p:nvSpPr>
              <p:cNvPr id="2619" name="Google Shape;764;p9"/>
              <p:cNvSpPr/>
              <p:nvPr/>
            </p:nvSpPr>
            <p:spPr>
              <a:xfrm>
                <a:off x="8553960" y="3180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0" name="Google Shape;765;p9"/>
              <p:cNvSpPr/>
              <p:nvPr/>
            </p:nvSpPr>
            <p:spPr>
              <a:xfrm>
                <a:off x="8646480" y="3180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1" name="Google Shape;766;p9"/>
              <p:cNvSpPr/>
              <p:nvPr/>
            </p:nvSpPr>
            <p:spPr>
              <a:xfrm>
                <a:off x="8739000" y="3180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2" name="Google Shape;767;p9"/>
              <p:cNvSpPr/>
              <p:nvPr/>
            </p:nvSpPr>
            <p:spPr>
              <a:xfrm>
                <a:off x="8831520" y="3180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3" name="Google Shape;768;p9"/>
              <p:cNvSpPr/>
              <p:nvPr/>
            </p:nvSpPr>
            <p:spPr>
              <a:xfrm>
                <a:off x="8923680" y="3180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4" name="Google Shape;769;p9"/>
              <p:cNvSpPr/>
              <p:nvPr/>
            </p:nvSpPr>
            <p:spPr>
              <a:xfrm>
                <a:off x="9016200" y="3180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5" name="Google Shape;770;p9"/>
              <p:cNvSpPr/>
              <p:nvPr/>
            </p:nvSpPr>
            <p:spPr>
              <a:xfrm>
                <a:off x="9108720" y="3180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6" name="Google Shape;771;p9"/>
              <p:cNvSpPr/>
              <p:nvPr/>
            </p:nvSpPr>
            <p:spPr>
              <a:xfrm>
                <a:off x="9201240" y="3180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7" name="Google Shape;772;p9"/>
              <p:cNvSpPr/>
              <p:nvPr/>
            </p:nvSpPr>
            <p:spPr>
              <a:xfrm>
                <a:off x="9293760" y="3180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8" name="Google Shape;773;p9"/>
              <p:cNvSpPr/>
              <p:nvPr/>
            </p:nvSpPr>
            <p:spPr>
              <a:xfrm>
                <a:off x="9386280" y="31802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629" name="Google Shape;774;p9"/>
          <p:cNvGrpSpPr/>
          <p:nvPr/>
        </p:nvGrpSpPr>
        <p:grpSpPr>
          <a:xfrm>
            <a:off x="-141480" y="4515120"/>
            <a:ext cx="552600" cy="98640"/>
            <a:chOff x="-141480" y="4515120"/>
            <a:chExt cx="552600" cy="98640"/>
          </a:xfrm>
        </p:grpSpPr>
        <p:sp>
          <p:nvSpPr>
            <p:cNvPr id="2630" name="Google Shape;775;p9"/>
            <p:cNvSpPr/>
            <p:nvPr/>
          </p:nvSpPr>
          <p:spPr>
            <a:xfrm rot="5400000">
              <a:off x="312480" y="451512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31" name="Google Shape;776;p9"/>
            <p:cNvSpPr/>
            <p:nvPr/>
          </p:nvSpPr>
          <p:spPr>
            <a:xfrm rot="5400000">
              <a:off x="339120" y="454212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32" name="Google Shape;777;p9"/>
            <p:cNvSpPr/>
            <p:nvPr/>
          </p:nvSpPr>
          <p:spPr>
            <a:xfrm rot="5400000">
              <a:off x="-141480" y="45183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33" name="Google Shape;778;p9"/>
            <p:cNvSpPr/>
            <p:nvPr/>
          </p:nvSpPr>
          <p:spPr>
            <a:xfrm rot="5400000">
              <a:off x="-117720" y="454212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34" name="Google Shape;779;p9"/>
            <p:cNvSpPr/>
            <p:nvPr/>
          </p:nvSpPr>
          <p:spPr>
            <a:xfrm rot="5400000">
              <a:off x="134640" y="437940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63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APTION_ONLY">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sp>
        <p:nvSpPr>
          <p:cNvPr id="2636" name="PlaceHolder 1"/>
          <p:cNvSpPr>
            <a:spLocks noGrp="1"/>
          </p:cNvSpPr>
          <p:nvPr>
            <p:ph type="body"/>
          </p:nvPr>
        </p:nvSpPr>
        <p:spPr>
          <a:xfrm>
            <a:off x="1109520" y="4079160"/>
            <a:ext cx="6924600" cy="449280"/>
          </a:xfrm>
          <a:prstGeom prst="rect">
            <a:avLst/>
          </a:prstGeom>
          <a:solidFill>
            <a:schemeClr val="lt2"/>
          </a:solidFill>
          <a:ln w="0">
            <a:noFill/>
          </a:ln>
        </p:spPr>
        <p:txBody>
          <a:bodyPr lIns="91440" tIns="91440" rIns="91440" bIns="91440" anchor="ctr">
            <a:noAutofit/>
          </a:bodyPr>
          <a:lstStyle/>
          <a:p>
            <a:pPr marL="432000" indent="-324000">
              <a:spcBef>
                <a:spcPts val="1417"/>
              </a:spcBef>
              <a:buClr>
                <a:srgbClr val="FFFFFF"/>
              </a:buClr>
              <a:buSzPct val="45000"/>
              <a:buFont typeface="Wingdings" charset="2"/>
              <a:buChar char=""/>
            </a:pPr>
            <a:r>
              <a:rPr lang="fr-FR" sz="2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2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2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2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400" b="0" u="none" strike="noStrike">
                <a:solidFill>
                  <a:srgbClr val="000000"/>
                </a:solidFill>
                <a:effectLst/>
                <a:uFillTx/>
                <a:latin typeface="Arial"/>
              </a:rPr>
              <a:t>Seventh Outline Level</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CUSTOM">
    <p:bg>
      <p:bgPr>
        <a:solidFill>
          <a:srgbClr val="0E2A47"/>
        </a:solidFill>
        <a:effectLst/>
      </p:bgPr>
    </p:bg>
    <p:spTree>
      <p:nvGrpSpPr>
        <p:cNvPr id="1" name=""/>
        <p:cNvGrpSpPr/>
        <p:nvPr/>
      </p:nvGrpSpPr>
      <p:grpSpPr>
        <a:xfrm>
          <a:off x="0" y="0"/>
          <a:ext cx="0" cy="0"/>
          <a:chOff x="0" y="0"/>
          <a:chExt cx="0" cy="0"/>
        </a:xfrm>
      </p:grpSpPr>
      <p:sp>
        <p:nvSpPr>
          <p:cNvPr id="2637" name="PlaceHolder 1"/>
          <p:cNvSpPr>
            <a:spLocks noGrp="1"/>
          </p:cNvSpPr>
          <p:nvPr>
            <p:ph type="title"/>
          </p:nvPr>
        </p:nvSpPr>
        <p:spPr>
          <a:xfrm>
            <a:off x="1048320" y="324000"/>
            <a:ext cx="704700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26" Type="http://schemas.openxmlformats.org/officeDocument/2006/relationships/theme" Target="../theme/theme3.xml"/><Relationship Id="rId3" Type="http://schemas.openxmlformats.org/officeDocument/2006/relationships/slideLayout" Target="../slideLayouts/slideLayout8.xml"/><Relationship Id="rId21" Type="http://schemas.openxmlformats.org/officeDocument/2006/relationships/slideLayout" Target="../slideLayouts/slideLayout26.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5" Type="http://schemas.openxmlformats.org/officeDocument/2006/relationships/slideLayout" Target="../slideLayouts/slideLayout30.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24" Type="http://schemas.openxmlformats.org/officeDocument/2006/relationships/slideLayout" Target="../slideLayouts/slideLayout29.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23" Type="http://schemas.openxmlformats.org/officeDocument/2006/relationships/slideLayout" Target="../slideLayouts/slideLayout28.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1D2875"/>
            </a:gs>
            <a:gs pos="100000">
              <a:srgbClr val="000000"/>
            </a:gs>
          </a:gsLst>
          <a:path path="circle">
            <a:fillToRect l="50000" t="50000" r="50000" b="50000"/>
          </a:path>
        </a:gradFill>
        <a:effectLst/>
      </p:bgPr>
    </p:bg>
    <p:spTree>
      <p:nvGrpSpPr>
        <p:cNvPr id="1" name=""/>
        <p:cNvGrpSpPr/>
        <p:nvPr/>
      </p:nvGrpSpPr>
      <p:grpSpPr>
        <a:xfrm>
          <a:off x="0" y="0"/>
          <a:ext cx="0" cy="0"/>
          <a:chOff x="0" y="0"/>
          <a:chExt cx="0" cy="0"/>
        </a:xfrm>
      </p:grpSpPr>
      <p:grpSp>
        <p:nvGrpSpPr>
          <p:cNvPr id="118" name="Google Shape;9;p2"/>
          <p:cNvGrpSpPr/>
          <p:nvPr/>
        </p:nvGrpSpPr>
        <p:grpSpPr>
          <a:xfrm>
            <a:off x="0" y="0"/>
            <a:ext cx="9143280" cy="5142960"/>
            <a:chOff x="0" y="0"/>
            <a:chExt cx="9143280" cy="5142960"/>
          </a:xfrm>
        </p:grpSpPr>
        <p:sp>
          <p:nvSpPr>
            <p:cNvPr id="119" name="Google Shape;10;p2"/>
            <p:cNvSpPr/>
            <p:nvPr/>
          </p:nvSpPr>
          <p:spPr>
            <a:xfrm>
              <a:off x="0" y="5132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 name="Google Shape;11;p2"/>
            <p:cNvSpPr/>
            <p:nvPr/>
          </p:nvSpPr>
          <p:spPr>
            <a:xfrm>
              <a:off x="0" y="49942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 name="Google Shape;12;p2"/>
            <p:cNvSpPr/>
            <p:nvPr/>
          </p:nvSpPr>
          <p:spPr>
            <a:xfrm>
              <a:off x="0" y="48553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 name="Google Shape;13;p2"/>
            <p:cNvSpPr/>
            <p:nvPr/>
          </p:nvSpPr>
          <p:spPr>
            <a:xfrm>
              <a:off x="0" y="47163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 name="Google Shape;14;p2"/>
            <p:cNvSpPr/>
            <p:nvPr/>
          </p:nvSpPr>
          <p:spPr>
            <a:xfrm>
              <a:off x="0" y="45784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 name="Google Shape;15;p2"/>
            <p:cNvSpPr/>
            <p:nvPr/>
          </p:nvSpPr>
          <p:spPr>
            <a:xfrm>
              <a:off x="0" y="44395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 name="Google Shape;16;p2"/>
            <p:cNvSpPr/>
            <p:nvPr/>
          </p:nvSpPr>
          <p:spPr>
            <a:xfrm>
              <a:off x="0" y="43009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 name="Google Shape;17;p2"/>
            <p:cNvSpPr/>
            <p:nvPr/>
          </p:nvSpPr>
          <p:spPr>
            <a:xfrm>
              <a:off x="0" y="4161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18;p2"/>
            <p:cNvSpPr/>
            <p:nvPr/>
          </p:nvSpPr>
          <p:spPr>
            <a:xfrm>
              <a:off x="0" y="40230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 name="Google Shape;19;p2"/>
            <p:cNvSpPr/>
            <p:nvPr/>
          </p:nvSpPr>
          <p:spPr>
            <a:xfrm>
              <a:off x="0" y="38844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20;p2"/>
            <p:cNvSpPr/>
            <p:nvPr/>
          </p:nvSpPr>
          <p:spPr>
            <a:xfrm>
              <a:off x="0" y="3745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 name="Google Shape;21;p2"/>
            <p:cNvSpPr/>
            <p:nvPr/>
          </p:nvSpPr>
          <p:spPr>
            <a:xfrm>
              <a:off x="0" y="36075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22;p2"/>
            <p:cNvSpPr/>
            <p:nvPr/>
          </p:nvSpPr>
          <p:spPr>
            <a:xfrm>
              <a:off x="0" y="34686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 name="Google Shape;23;p2"/>
            <p:cNvSpPr/>
            <p:nvPr/>
          </p:nvSpPr>
          <p:spPr>
            <a:xfrm>
              <a:off x="0" y="33296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 name="Google Shape;24;p2"/>
            <p:cNvSpPr/>
            <p:nvPr/>
          </p:nvSpPr>
          <p:spPr>
            <a:xfrm>
              <a:off x="0" y="31910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 name="Google Shape;25;p2"/>
            <p:cNvSpPr/>
            <p:nvPr/>
          </p:nvSpPr>
          <p:spPr>
            <a:xfrm>
              <a:off x="0" y="30520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4"/>
                  </a:lnTo>
                  <a:lnTo>
                    <a:pt x="0" y="33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 name="Google Shape;26;p2"/>
            <p:cNvSpPr/>
            <p:nvPr/>
          </p:nvSpPr>
          <p:spPr>
            <a:xfrm>
              <a:off x="0" y="29131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 name="Google Shape;27;p2"/>
            <p:cNvSpPr/>
            <p:nvPr/>
          </p:nvSpPr>
          <p:spPr>
            <a:xfrm>
              <a:off x="0" y="27741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 name="Google Shape;28;p2"/>
            <p:cNvSpPr/>
            <p:nvPr/>
          </p:nvSpPr>
          <p:spPr>
            <a:xfrm>
              <a:off x="0" y="26362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29;p2"/>
            <p:cNvSpPr/>
            <p:nvPr/>
          </p:nvSpPr>
          <p:spPr>
            <a:xfrm>
              <a:off x="0" y="249768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5"/>
                  </a:lnTo>
                  <a:lnTo>
                    <a:pt x="0" y="30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 name="Google Shape;30;p2"/>
            <p:cNvSpPr/>
            <p:nvPr/>
          </p:nvSpPr>
          <p:spPr>
            <a:xfrm>
              <a:off x="0" y="23587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 name="Google Shape;31;p2"/>
            <p:cNvSpPr/>
            <p:nvPr/>
          </p:nvSpPr>
          <p:spPr>
            <a:xfrm>
              <a:off x="0" y="22197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 name="Google Shape;32;p2"/>
            <p:cNvSpPr/>
            <p:nvPr/>
          </p:nvSpPr>
          <p:spPr>
            <a:xfrm>
              <a:off x="0" y="20808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 name="Google Shape;33;p2"/>
            <p:cNvSpPr/>
            <p:nvPr/>
          </p:nvSpPr>
          <p:spPr>
            <a:xfrm>
              <a:off x="0" y="194220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 name="Google Shape;34;p2"/>
            <p:cNvSpPr/>
            <p:nvPr/>
          </p:nvSpPr>
          <p:spPr>
            <a:xfrm>
              <a:off x="0" y="180432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 name="Google Shape;35;p2"/>
            <p:cNvSpPr/>
            <p:nvPr/>
          </p:nvSpPr>
          <p:spPr>
            <a:xfrm>
              <a:off x="0" y="166536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 name="Google Shape;36;p2"/>
            <p:cNvSpPr/>
            <p:nvPr/>
          </p:nvSpPr>
          <p:spPr>
            <a:xfrm>
              <a:off x="0" y="152640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1"/>
                  </a:moveTo>
                  <a:lnTo>
                    <a:pt x="257969" y="1"/>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 name="Google Shape;37;p2"/>
            <p:cNvSpPr/>
            <p:nvPr/>
          </p:nvSpPr>
          <p:spPr>
            <a:xfrm>
              <a:off x="0" y="13874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 name="Google Shape;38;p2"/>
            <p:cNvSpPr/>
            <p:nvPr/>
          </p:nvSpPr>
          <p:spPr>
            <a:xfrm>
              <a:off x="0" y="124884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 name="Google Shape;39;p2"/>
            <p:cNvSpPr/>
            <p:nvPr/>
          </p:nvSpPr>
          <p:spPr>
            <a:xfrm>
              <a:off x="0" y="11098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 name="Google Shape;40;p2"/>
            <p:cNvSpPr/>
            <p:nvPr/>
          </p:nvSpPr>
          <p:spPr>
            <a:xfrm>
              <a:off x="0" y="9709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6">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 name="Google Shape;41;p2"/>
            <p:cNvSpPr/>
            <p:nvPr/>
          </p:nvSpPr>
          <p:spPr>
            <a:xfrm>
              <a:off x="0" y="8330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 name="Google Shape;42;p2"/>
            <p:cNvSpPr/>
            <p:nvPr/>
          </p:nvSpPr>
          <p:spPr>
            <a:xfrm>
              <a:off x="0" y="694440"/>
              <a:ext cx="9143280" cy="9000"/>
            </a:xfrm>
            <a:custGeom>
              <a:avLst/>
              <a:gdLst>
                <a:gd name="textAreaLeft" fmla="*/ 0 w 9143280"/>
                <a:gd name="textAreaRight" fmla="*/ 9143640 w 9143280"/>
                <a:gd name="textAreaTop" fmla="*/ 0 h 9000"/>
                <a:gd name="textAreaBottom" fmla="*/ 9360 h 9000"/>
              </a:gdLst>
              <a:ahLst/>
              <a:cxnLst/>
              <a:rect l="textAreaLeft" t="textAreaTop" r="textAreaRight" b="textAreaBottom"/>
              <a:pathLst>
                <a:path w="257969" h="305">
                  <a:moveTo>
                    <a:pt x="0" y="0"/>
                  </a:moveTo>
                  <a:lnTo>
                    <a:pt x="257969" y="0"/>
                  </a:lnTo>
                  <a:lnTo>
                    <a:pt x="257969" y="304"/>
                  </a:lnTo>
                  <a:lnTo>
                    <a:pt x="0" y="304"/>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 name="Google Shape;43;p2"/>
            <p:cNvSpPr/>
            <p:nvPr/>
          </p:nvSpPr>
          <p:spPr>
            <a:xfrm>
              <a:off x="0" y="55548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 name="Google Shape;44;p2"/>
            <p:cNvSpPr/>
            <p:nvPr/>
          </p:nvSpPr>
          <p:spPr>
            <a:xfrm>
              <a:off x="0" y="41652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 name="Google Shape;45;p2"/>
            <p:cNvSpPr/>
            <p:nvPr/>
          </p:nvSpPr>
          <p:spPr>
            <a:xfrm>
              <a:off x="0" y="2775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 name="Google Shape;46;p2"/>
            <p:cNvSpPr/>
            <p:nvPr/>
          </p:nvSpPr>
          <p:spPr>
            <a:xfrm>
              <a:off x="0" y="13896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0"/>
                  </a:moveTo>
                  <a:lnTo>
                    <a:pt x="257969" y="0"/>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 name="Google Shape;47;p2"/>
            <p:cNvSpPr/>
            <p:nvPr/>
          </p:nvSpPr>
          <p:spPr>
            <a:xfrm>
              <a:off x="0" y="0"/>
              <a:ext cx="9143280" cy="10080"/>
            </a:xfrm>
            <a:custGeom>
              <a:avLst/>
              <a:gdLst>
                <a:gd name="textAreaLeft" fmla="*/ 0 w 9143280"/>
                <a:gd name="textAreaRight" fmla="*/ 9143640 w 9143280"/>
                <a:gd name="textAreaTop" fmla="*/ 0 h 10080"/>
                <a:gd name="textAreaBottom" fmla="*/ 10440 h 10080"/>
              </a:gdLst>
              <a:ahLst/>
              <a:cxnLst/>
              <a:rect l="textAreaLeft" t="textAreaTop" r="textAreaRight" b="textAreaBottom"/>
              <a:pathLst>
                <a:path w="257969" h="335">
                  <a:moveTo>
                    <a:pt x="0" y="1"/>
                  </a:moveTo>
                  <a:lnTo>
                    <a:pt x="257969" y="1"/>
                  </a:lnTo>
                  <a:lnTo>
                    <a:pt x="257969" y="335"/>
                  </a:lnTo>
                  <a:lnTo>
                    <a:pt x="0" y="335"/>
                  </a:lnTo>
                  <a:close/>
                </a:path>
              </a:pathLst>
            </a:custGeom>
            <a:solidFill>
              <a:srgbClr val="000000">
                <a:alpha val="59000"/>
              </a:srgbClr>
            </a:solidFill>
            <a:ln w="0">
              <a:noFill/>
            </a:ln>
          </p:spPr>
          <p:style>
            <a:lnRef idx="0">
              <a:scrgbClr r="0" g="0" b="0"/>
            </a:lnRef>
            <a:fillRef idx="0">
              <a:scrgbClr r="0" g="0" b="0"/>
            </a:fillRef>
            <a:effectRef idx="0">
              <a:scrgbClr r="0" g="0" b="0"/>
            </a:effectRef>
            <a:fontRef idx="minor"/>
          </p:style>
          <p:txBody>
            <a:bodyPr tIns="5040" bIns="5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9" name="PlaceHolder 1"/>
          <p:cNvSpPr>
            <a:spLocks noGrp="1"/>
          </p:cNvSpPr>
          <p:nvPr>
            <p:ph type="title"/>
          </p:nvPr>
        </p:nvSpPr>
        <p:spPr>
          <a:xfrm>
            <a:off x="1317600" y="1132200"/>
            <a:ext cx="6508440" cy="1998360"/>
          </a:xfrm>
          <a:prstGeom prst="rect">
            <a:avLst/>
          </a:prstGeom>
          <a:noFill/>
          <a:ln w="0">
            <a:noFill/>
          </a:ln>
          <a:effectLst>
            <a:outerShdw blurRad="142920" rotWithShape="0">
              <a:srgbClr val="8FFFFF">
                <a:alpha val="38000"/>
              </a:srgbClr>
            </a:outerShdw>
          </a:effectLst>
        </p:spPr>
        <p:txBody>
          <a:bodyPr lIns="91440" tIns="91440" rIns="91440" bIns="91440" anchor="ctr">
            <a:noAutofit/>
          </a:bodyPr>
          <a:lstStyle/>
          <a:p>
            <a:pPr indent="0">
              <a:buNone/>
            </a:pPr>
            <a:r>
              <a:rPr lang="fr-FR" sz="6500" b="0" u="none" strike="noStrike">
                <a:solidFill>
                  <a:schemeClr val="dk1"/>
                </a:solidFill>
                <a:effectLst/>
                <a:uFillTx/>
                <a:latin typeface="Arial"/>
              </a:rPr>
              <a:t>Click to edit the title text format</a:t>
            </a:r>
          </a:p>
        </p:txBody>
      </p:sp>
      <p:grpSp>
        <p:nvGrpSpPr>
          <p:cNvPr id="40" name="Google Shape;50;p2"/>
          <p:cNvGrpSpPr/>
          <p:nvPr/>
        </p:nvGrpSpPr>
        <p:grpSpPr>
          <a:xfrm>
            <a:off x="0" y="607320"/>
            <a:ext cx="1284120" cy="586440"/>
            <a:chOff x="0" y="607320"/>
            <a:chExt cx="1284120" cy="586440"/>
          </a:xfrm>
        </p:grpSpPr>
        <p:sp>
          <p:nvSpPr>
            <p:cNvPr id="41" name="Google Shape;51;p2"/>
            <p:cNvSpPr/>
            <p:nvPr/>
          </p:nvSpPr>
          <p:spPr>
            <a:xfrm rot="16200000">
              <a:off x="348840" y="258480"/>
              <a:ext cx="586440" cy="1284120"/>
            </a:xfrm>
            <a:prstGeom prst="flowChartOffpageConnector">
              <a:avLst/>
            </a:prstGeom>
            <a:gradFill rotWithShape="0">
              <a:gsLst>
                <a:gs pos="0">
                  <a:srgbClr val="1D2875"/>
                </a:gs>
                <a:gs pos="100000">
                  <a:srgbClr val="151B46"/>
                </a:gs>
              </a:gsLst>
              <a:lin ang="108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2" name="Google Shape;52;p2"/>
            <p:cNvGrpSpPr/>
            <p:nvPr/>
          </p:nvGrpSpPr>
          <p:grpSpPr>
            <a:xfrm>
              <a:off x="360" y="779760"/>
              <a:ext cx="882720" cy="241560"/>
              <a:chOff x="360" y="779760"/>
              <a:chExt cx="882720" cy="241560"/>
            </a:xfrm>
          </p:grpSpPr>
          <p:sp>
            <p:nvSpPr>
              <p:cNvPr id="43" name="Google Shape;53;p2"/>
              <p:cNvSpPr/>
              <p:nvPr/>
            </p:nvSpPr>
            <p:spPr>
              <a:xfrm rot="10800000">
                <a:off x="731160" y="77976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 name="Google Shape;54;p2"/>
              <p:cNvSpPr/>
              <p:nvPr/>
            </p:nvSpPr>
            <p:spPr>
              <a:xfrm rot="10800000">
                <a:off x="58536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 name="Google Shape;55;p2"/>
              <p:cNvSpPr/>
              <p:nvPr/>
            </p:nvSpPr>
            <p:spPr>
              <a:xfrm rot="10800000">
                <a:off x="43920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 name="Google Shape;56;p2"/>
              <p:cNvSpPr/>
              <p:nvPr/>
            </p:nvSpPr>
            <p:spPr>
              <a:xfrm rot="10800000">
                <a:off x="29304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57;p2"/>
              <p:cNvSpPr/>
              <p:nvPr/>
            </p:nvSpPr>
            <p:spPr>
              <a:xfrm rot="10800000">
                <a:off x="14688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 name="Google Shape;58;p2"/>
              <p:cNvSpPr/>
              <p:nvPr/>
            </p:nvSpPr>
            <p:spPr>
              <a:xfrm rot="10800000">
                <a:off x="360" y="7797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9" name="Google Shape;59;p2"/>
          <p:cNvGrpSpPr/>
          <p:nvPr/>
        </p:nvGrpSpPr>
        <p:grpSpPr>
          <a:xfrm>
            <a:off x="-141480" y="2076840"/>
            <a:ext cx="552600" cy="98640"/>
            <a:chOff x="-141480" y="2076840"/>
            <a:chExt cx="552600" cy="98640"/>
          </a:xfrm>
        </p:grpSpPr>
        <p:sp>
          <p:nvSpPr>
            <p:cNvPr id="50" name="Google Shape;60;p2"/>
            <p:cNvSpPr/>
            <p:nvPr/>
          </p:nvSpPr>
          <p:spPr>
            <a:xfrm rot="5400000">
              <a:off x="312480" y="207684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 name="Google Shape;61;p2"/>
            <p:cNvSpPr/>
            <p:nvPr/>
          </p:nvSpPr>
          <p:spPr>
            <a:xfrm rot="5400000">
              <a:off x="339120" y="210348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Google Shape;62;p2"/>
            <p:cNvSpPr/>
            <p:nvPr/>
          </p:nvSpPr>
          <p:spPr>
            <a:xfrm rot="5400000">
              <a:off x="-141480" y="207972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 name="Google Shape;63;p2"/>
            <p:cNvSpPr/>
            <p:nvPr/>
          </p:nvSpPr>
          <p:spPr>
            <a:xfrm rot="5400000">
              <a:off x="-117720" y="21038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Google Shape;64;p2"/>
            <p:cNvSpPr/>
            <p:nvPr/>
          </p:nvSpPr>
          <p:spPr>
            <a:xfrm rot="5400000">
              <a:off x="134640" y="194112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5" name="Google Shape;65;p2"/>
          <p:cNvGrpSpPr/>
          <p:nvPr/>
        </p:nvGrpSpPr>
        <p:grpSpPr>
          <a:xfrm>
            <a:off x="-1414440" y="3058560"/>
            <a:ext cx="2297520" cy="347040"/>
            <a:chOff x="-1414440" y="3058560"/>
            <a:chExt cx="2297520" cy="347040"/>
          </a:xfrm>
        </p:grpSpPr>
        <p:sp>
          <p:nvSpPr>
            <p:cNvPr id="56" name="Google Shape;66;p2"/>
            <p:cNvSpPr/>
            <p:nvPr/>
          </p:nvSpPr>
          <p:spPr>
            <a:xfrm>
              <a:off x="-1414440" y="333792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Google Shape;67;p2"/>
            <p:cNvSpPr/>
            <p:nvPr/>
          </p:nvSpPr>
          <p:spPr>
            <a:xfrm>
              <a:off x="-1111320" y="3058560"/>
              <a:ext cx="1994400" cy="67680"/>
            </a:xfrm>
            <a:prstGeom prst="roundRect">
              <a:avLst>
                <a:gd name="adj" fmla="val 50000"/>
              </a:avLst>
            </a:prstGeom>
            <a:gradFill rotWithShape="0">
              <a:gsLst>
                <a:gs pos="0">
                  <a:srgbClr val="151B46"/>
                </a:gs>
                <a:gs pos="100000">
                  <a:srgbClr val="8FFFFF"/>
                </a:gs>
              </a:gsLst>
              <a:lin ang="26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8" name="Google Shape;68;p2"/>
          <p:cNvGrpSpPr/>
          <p:nvPr/>
        </p:nvGrpSpPr>
        <p:grpSpPr>
          <a:xfrm>
            <a:off x="-799200" y="4138920"/>
            <a:ext cx="1822320" cy="196560"/>
            <a:chOff x="-799200" y="4138920"/>
            <a:chExt cx="1822320" cy="196560"/>
          </a:xfrm>
        </p:grpSpPr>
        <p:sp>
          <p:nvSpPr>
            <p:cNvPr id="59" name="Google Shape;69;p2"/>
            <p:cNvSpPr/>
            <p:nvPr/>
          </p:nvSpPr>
          <p:spPr>
            <a:xfrm flipH="1">
              <a:off x="-799200" y="4185360"/>
              <a:ext cx="1723680" cy="150120"/>
            </a:xfrm>
            <a:custGeom>
              <a:avLst/>
              <a:gdLst>
                <a:gd name="textAreaLeft" fmla="*/ 360 w 1723680"/>
                <a:gd name="textAreaRight" fmla="*/ 1724400 w 1723680"/>
                <a:gd name="textAreaTop" fmla="*/ 0 h 150120"/>
                <a:gd name="textAreaBottom" fmla="*/ 15048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 name="Google Shape;70;p2"/>
            <p:cNvSpPr/>
            <p:nvPr/>
          </p:nvSpPr>
          <p:spPr>
            <a:xfrm flipH="1">
              <a:off x="931680" y="4138920"/>
              <a:ext cx="91440" cy="91440"/>
            </a:xfrm>
            <a:custGeom>
              <a:avLst/>
              <a:gdLst>
                <a:gd name="textAreaLeft" fmla="*/ 360 w 91440"/>
                <a:gd name="textAreaRight" fmla="*/ 92160 w 91440"/>
                <a:gd name="textAreaTop" fmla="*/ 0 h 91440"/>
                <a:gd name="textAreaBottom" fmla="*/ 9180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 name="Google Shape;71;p2"/>
            <p:cNvSpPr/>
            <p:nvPr/>
          </p:nvSpPr>
          <p:spPr>
            <a:xfrm flipH="1">
              <a:off x="955080" y="4163760"/>
              <a:ext cx="42840" cy="42120"/>
            </a:xfrm>
            <a:custGeom>
              <a:avLst/>
              <a:gdLst>
                <a:gd name="textAreaLeft" fmla="*/ -360 w 42840"/>
                <a:gd name="textAreaRight" fmla="*/ 4284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2" name="Google Shape;72;p2"/>
          <p:cNvSpPr/>
          <p:nvPr/>
        </p:nvSpPr>
        <p:spPr>
          <a:xfrm rot="10800000">
            <a:off x="8028000" y="2479320"/>
            <a:ext cx="1994400" cy="67680"/>
          </a:xfrm>
          <a:prstGeom prst="roundRect">
            <a:avLst>
              <a:gd name="adj" fmla="val 50000"/>
            </a:avLst>
          </a:prstGeom>
          <a:gradFill rotWithShape="0">
            <a:gsLst>
              <a:gs pos="0">
                <a:srgbClr val="151B46"/>
              </a:gs>
              <a:gs pos="100000">
                <a:srgbClr val="8FFFFF"/>
              </a:gs>
            </a:gsLst>
            <a:lin ang="134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 name="Google Shape;73;p2"/>
          <p:cNvSpPr/>
          <p:nvPr/>
        </p:nvSpPr>
        <p:spPr>
          <a:xfrm rot="10800000">
            <a:off x="8557560" y="385956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 name="Google Shape;74;p2"/>
          <p:cNvSpPr/>
          <p:nvPr/>
        </p:nvSpPr>
        <p:spPr>
          <a:xfrm rot="5400000">
            <a:off x="8206560" y="-348840"/>
            <a:ext cx="586440" cy="1284120"/>
          </a:xfrm>
          <a:prstGeom prst="flowChartOffpageConnector">
            <a:avLst/>
          </a:prstGeom>
          <a:gradFill rotWithShape="0">
            <a:gsLst>
              <a:gs pos="0">
                <a:srgbClr val="1D2875"/>
              </a:gs>
              <a:gs pos="100000">
                <a:srgbClr val="151B46"/>
              </a:gs>
            </a:gsLst>
            <a:lin ang="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5" name="Google Shape;75;p2"/>
          <p:cNvGrpSpPr/>
          <p:nvPr/>
        </p:nvGrpSpPr>
        <p:grpSpPr>
          <a:xfrm>
            <a:off x="7812720" y="997920"/>
            <a:ext cx="1520640" cy="301680"/>
            <a:chOff x="7812720" y="997920"/>
            <a:chExt cx="1520640" cy="301680"/>
          </a:xfrm>
        </p:grpSpPr>
        <p:sp>
          <p:nvSpPr>
            <p:cNvPr id="66" name="Google Shape;76;p2"/>
            <p:cNvSpPr/>
            <p:nvPr/>
          </p:nvSpPr>
          <p:spPr>
            <a:xfrm>
              <a:off x="7906320" y="10443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 name="Google Shape;77;p2"/>
            <p:cNvSpPr/>
            <p:nvPr/>
          </p:nvSpPr>
          <p:spPr>
            <a:xfrm>
              <a:off x="9241920" y="120816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 name="Google Shape;78;p2"/>
            <p:cNvSpPr/>
            <p:nvPr/>
          </p:nvSpPr>
          <p:spPr>
            <a:xfrm>
              <a:off x="9265680" y="123264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 name="Google Shape;79;p2"/>
            <p:cNvSpPr/>
            <p:nvPr/>
          </p:nvSpPr>
          <p:spPr>
            <a:xfrm>
              <a:off x="7812720" y="99792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 name="Google Shape;80;p2"/>
            <p:cNvSpPr/>
            <p:nvPr/>
          </p:nvSpPr>
          <p:spPr>
            <a:xfrm>
              <a:off x="7836840" y="10227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1" name="Google Shape;81;p2"/>
          <p:cNvGrpSpPr/>
          <p:nvPr/>
        </p:nvGrpSpPr>
        <p:grpSpPr>
          <a:xfrm>
            <a:off x="8496000" y="1713600"/>
            <a:ext cx="882720" cy="241560"/>
            <a:chOff x="8496000" y="1713600"/>
            <a:chExt cx="882720" cy="241560"/>
          </a:xfrm>
        </p:grpSpPr>
        <p:sp>
          <p:nvSpPr>
            <p:cNvPr id="72" name="Google Shape;82;p2"/>
            <p:cNvSpPr/>
            <p:nvPr/>
          </p:nvSpPr>
          <p:spPr>
            <a:xfrm>
              <a:off x="8496000" y="171360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 name="Google Shape;83;p2"/>
            <p:cNvSpPr/>
            <p:nvPr/>
          </p:nvSpPr>
          <p:spPr>
            <a:xfrm>
              <a:off x="8643240" y="17136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 name="Google Shape;84;p2"/>
            <p:cNvSpPr/>
            <p:nvPr/>
          </p:nvSpPr>
          <p:spPr>
            <a:xfrm>
              <a:off x="8789760" y="17136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 name="Google Shape;85;p2"/>
            <p:cNvSpPr/>
            <p:nvPr/>
          </p:nvSpPr>
          <p:spPr>
            <a:xfrm>
              <a:off x="8935920" y="17136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 name="Google Shape;86;p2"/>
            <p:cNvSpPr/>
            <p:nvPr/>
          </p:nvSpPr>
          <p:spPr>
            <a:xfrm>
              <a:off x="9082080" y="17136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 name="Google Shape;87;p2"/>
            <p:cNvSpPr/>
            <p:nvPr/>
          </p:nvSpPr>
          <p:spPr>
            <a:xfrm>
              <a:off x="9228240" y="17136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8" name="Google Shape;88;p2"/>
          <p:cNvGrpSpPr/>
          <p:nvPr/>
        </p:nvGrpSpPr>
        <p:grpSpPr>
          <a:xfrm>
            <a:off x="8267400" y="3231000"/>
            <a:ext cx="1105560" cy="133560"/>
            <a:chOff x="8267400" y="3231000"/>
            <a:chExt cx="1105560" cy="133560"/>
          </a:xfrm>
        </p:grpSpPr>
        <p:grpSp>
          <p:nvGrpSpPr>
            <p:cNvPr id="79" name="Google Shape;89;p2"/>
            <p:cNvGrpSpPr/>
            <p:nvPr/>
          </p:nvGrpSpPr>
          <p:grpSpPr>
            <a:xfrm>
              <a:off x="8267400" y="3313800"/>
              <a:ext cx="883080" cy="50760"/>
              <a:chOff x="8267400" y="3313800"/>
              <a:chExt cx="883080" cy="50760"/>
            </a:xfrm>
          </p:grpSpPr>
          <p:sp>
            <p:nvSpPr>
              <p:cNvPr id="80" name="Google Shape;90;p2"/>
              <p:cNvSpPr/>
              <p:nvPr/>
            </p:nvSpPr>
            <p:spPr>
              <a:xfrm>
                <a:off x="826740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 name="Google Shape;91;p2"/>
              <p:cNvSpPr/>
              <p:nvPr/>
            </p:nvSpPr>
            <p:spPr>
              <a:xfrm>
                <a:off x="835992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 name="Google Shape;92;p2"/>
              <p:cNvSpPr/>
              <p:nvPr/>
            </p:nvSpPr>
            <p:spPr>
              <a:xfrm>
                <a:off x="845244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Google Shape;93;p2"/>
              <p:cNvSpPr/>
              <p:nvPr/>
            </p:nvSpPr>
            <p:spPr>
              <a:xfrm>
                <a:off x="854496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 name="Google Shape;94;p2"/>
              <p:cNvSpPr/>
              <p:nvPr/>
            </p:nvSpPr>
            <p:spPr>
              <a:xfrm>
                <a:off x="863712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 name="Google Shape;95;p2"/>
              <p:cNvSpPr/>
              <p:nvPr/>
            </p:nvSpPr>
            <p:spPr>
              <a:xfrm>
                <a:off x="872964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 name="Google Shape;96;p2"/>
              <p:cNvSpPr/>
              <p:nvPr/>
            </p:nvSpPr>
            <p:spPr>
              <a:xfrm>
                <a:off x="882216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 name="Google Shape;97;p2"/>
              <p:cNvSpPr/>
              <p:nvPr/>
            </p:nvSpPr>
            <p:spPr>
              <a:xfrm>
                <a:off x="891468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 name="Google Shape;98;p2"/>
              <p:cNvSpPr/>
              <p:nvPr/>
            </p:nvSpPr>
            <p:spPr>
              <a:xfrm>
                <a:off x="900720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 name="Google Shape;99;p2"/>
              <p:cNvSpPr/>
              <p:nvPr/>
            </p:nvSpPr>
            <p:spPr>
              <a:xfrm>
                <a:off x="9099720" y="33138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0" name="Google Shape;100;p2"/>
            <p:cNvGrpSpPr/>
            <p:nvPr/>
          </p:nvGrpSpPr>
          <p:grpSpPr>
            <a:xfrm>
              <a:off x="8490240" y="3231000"/>
              <a:ext cx="882720" cy="50760"/>
              <a:chOff x="8490240" y="3231000"/>
              <a:chExt cx="882720" cy="50760"/>
            </a:xfrm>
          </p:grpSpPr>
          <p:sp>
            <p:nvSpPr>
              <p:cNvPr id="91" name="Google Shape;101;p2"/>
              <p:cNvSpPr/>
              <p:nvPr/>
            </p:nvSpPr>
            <p:spPr>
              <a:xfrm>
                <a:off x="849024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 name="Google Shape;102;p2"/>
              <p:cNvSpPr/>
              <p:nvPr/>
            </p:nvSpPr>
            <p:spPr>
              <a:xfrm>
                <a:off x="858240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 name="Google Shape;103;p2"/>
              <p:cNvSpPr/>
              <p:nvPr/>
            </p:nvSpPr>
            <p:spPr>
              <a:xfrm>
                <a:off x="867492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 name="Google Shape;104;p2"/>
              <p:cNvSpPr/>
              <p:nvPr/>
            </p:nvSpPr>
            <p:spPr>
              <a:xfrm>
                <a:off x="876744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 name="Google Shape;105;p2"/>
              <p:cNvSpPr/>
              <p:nvPr/>
            </p:nvSpPr>
            <p:spPr>
              <a:xfrm>
                <a:off x="885996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106;p2"/>
              <p:cNvSpPr/>
              <p:nvPr/>
            </p:nvSpPr>
            <p:spPr>
              <a:xfrm>
                <a:off x="895248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 name="Google Shape;107;p2"/>
              <p:cNvSpPr/>
              <p:nvPr/>
            </p:nvSpPr>
            <p:spPr>
              <a:xfrm>
                <a:off x="904500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 name="Google Shape;108;p2"/>
              <p:cNvSpPr/>
              <p:nvPr/>
            </p:nvSpPr>
            <p:spPr>
              <a:xfrm>
                <a:off x="913752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 name="Google Shape;109;p2"/>
              <p:cNvSpPr/>
              <p:nvPr/>
            </p:nvSpPr>
            <p:spPr>
              <a:xfrm>
                <a:off x="922968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 name="Google Shape;110;p2"/>
              <p:cNvSpPr/>
              <p:nvPr/>
            </p:nvSpPr>
            <p:spPr>
              <a:xfrm>
                <a:off x="9322200" y="3231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101" name="Google Shape;111;p2"/>
          <p:cNvGrpSpPr/>
          <p:nvPr/>
        </p:nvGrpSpPr>
        <p:grpSpPr>
          <a:xfrm>
            <a:off x="7911360" y="4536000"/>
            <a:ext cx="1520280" cy="301680"/>
            <a:chOff x="7911360" y="4536000"/>
            <a:chExt cx="1520280" cy="301680"/>
          </a:xfrm>
        </p:grpSpPr>
        <p:sp>
          <p:nvSpPr>
            <p:cNvPr id="102" name="Google Shape;112;p2"/>
            <p:cNvSpPr/>
            <p:nvPr/>
          </p:nvSpPr>
          <p:spPr>
            <a:xfrm rot="5400000">
              <a:off x="8567640" y="4019400"/>
              <a:ext cx="209160" cy="1335240"/>
            </a:xfrm>
            <a:custGeom>
              <a:avLst/>
              <a:gdLst>
                <a:gd name="textAreaLeft" fmla="*/ 0 w 209160"/>
                <a:gd name="textAreaRight" fmla="*/ 209520 w 209160"/>
                <a:gd name="textAreaTop" fmla="*/ 0 h 1335240"/>
                <a:gd name="textAreaBottom" fmla="*/ 1335600 h 1335240"/>
              </a:gdLst>
              <a:ahLst/>
              <a:cxnLst/>
              <a:rect l="textAreaLeft" t="textAreaTop" r="textAreaRight" b="textAreaBottom"/>
              <a:pathLst>
                <a:path w="6719" h="42862" fill="none">
                  <a:moveTo>
                    <a:pt x="0" y="42862"/>
                  </a:moveTo>
                  <a:lnTo>
                    <a:pt x="0" y="23799"/>
                  </a:lnTo>
                  <a:lnTo>
                    <a:pt x="6718" y="17056"/>
                  </a:lnTo>
                  <a:lnTo>
                    <a:pt x="6718"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 name="Google Shape;113;p2"/>
            <p:cNvSpPr/>
            <p:nvPr/>
          </p:nvSpPr>
          <p:spPr>
            <a:xfrm rot="5400000">
              <a:off x="9340200" y="4746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1"/>
                  </a:moveTo>
                  <a:cubicBezTo>
                    <a:pt x="2281" y="1"/>
                    <a:pt x="2951" y="645"/>
                    <a:pt x="2951" y="1463"/>
                  </a:cubicBezTo>
                  <a:cubicBezTo>
                    <a:pt x="2951" y="2281"/>
                    <a:pt x="2281" y="2951"/>
                    <a:pt x="1463" y="2951"/>
                  </a:cubicBezTo>
                  <a:cubicBezTo>
                    <a:pt x="645" y="2951"/>
                    <a:pt x="1" y="2281"/>
                    <a:pt x="1" y="1463"/>
                  </a:cubicBezTo>
                  <a:cubicBezTo>
                    <a:pt x="1" y="645"/>
                    <a:pt x="645" y="1"/>
                    <a:pt x="1463" y="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 name="Google Shape;114;p2"/>
            <p:cNvSpPr/>
            <p:nvPr/>
          </p:nvSpPr>
          <p:spPr>
            <a:xfrm rot="5400000">
              <a:off x="9365040" y="47703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4" y="0"/>
                  </a:moveTo>
                  <a:cubicBezTo>
                    <a:pt x="322" y="0"/>
                    <a:pt x="0" y="322"/>
                    <a:pt x="0" y="694"/>
                  </a:cubicBezTo>
                  <a:cubicBezTo>
                    <a:pt x="0" y="1091"/>
                    <a:pt x="322" y="1388"/>
                    <a:pt x="694" y="1388"/>
                  </a:cubicBezTo>
                  <a:cubicBezTo>
                    <a:pt x="1091" y="1388"/>
                    <a:pt x="1388" y="1091"/>
                    <a:pt x="1388" y="694"/>
                  </a:cubicBezTo>
                  <a:cubicBezTo>
                    <a:pt x="1388" y="322"/>
                    <a:pt x="1091" y="0"/>
                    <a:pt x="69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 name="Google Shape;115;p2"/>
            <p:cNvSpPr/>
            <p:nvPr/>
          </p:nvSpPr>
          <p:spPr>
            <a:xfrm rot="5400000">
              <a:off x="7911360" y="45360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88" y="0"/>
                  </a:moveTo>
                  <a:cubicBezTo>
                    <a:pt x="2306" y="0"/>
                    <a:pt x="2951" y="670"/>
                    <a:pt x="2951" y="1463"/>
                  </a:cubicBezTo>
                  <a:cubicBezTo>
                    <a:pt x="2951" y="2281"/>
                    <a:pt x="2306" y="2950"/>
                    <a:pt x="1488" y="2950"/>
                  </a:cubicBezTo>
                  <a:cubicBezTo>
                    <a:pt x="670" y="2950"/>
                    <a:pt x="1" y="2281"/>
                    <a:pt x="1" y="1463"/>
                  </a:cubicBezTo>
                  <a:cubicBezTo>
                    <a:pt x="1" y="670"/>
                    <a:pt x="670" y="0"/>
                    <a:pt x="1488" y="0"/>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 name="Google Shape;116;p2"/>
            <p:cNvSpPr/>
            <p:nvPr/>
          </p:nvSpPr>
          <p:spPr>
            <a:xfrm rot="5400000">
              <a:off x="7935480" y="456120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7" name="Google Shape;117;p2"/>
          <p:cNvGrpSpPr/>
          <p:nvPr/>
        </p:nvGrpSpPr>
        <p:grpSpPr>
          <a:xfrm>
            <a:off x="1710360" y="-108000"/>
            <a:ext cx="1520640" cy="301680"/>
            <a:chOff x="1710360" y="-108000"/>
            <a:chExt cx="1520640" cy="301680"/>
          </a:xfrm>
        </p:grpSpPr>
        <p:sp>
          <p:nvSpPr>
            <p:cNvPr id="108" name="Google Shape;118;p2"/>
            <p:cNvSpPr/>
            <p:nvPr/>
          </p:nvSpPr>
          <p:spPr>
            <a:xfrm>
              <a:off x="1803960" y="-61560"/>
              <a:ext cx="1335240" cy="209160"/>
            </a:xfrm>
            <a:custGeom>
              <a:avLst/>
              <a:gdLst>
                <a:gd name="textAreaLeft" fmla="*/ 0 w 1335240"/>
                <a:gd name="textAreaRight" fmla="*/ 1335600 w 1335240"/>
                <a:gd name="textAreaTop" fmla="*/ 0 h 209160"/>
                <a:gd name="textAreaBottom" fmla="*/ 209520 h 209160"/>
              </a:gdLst>
              <a:ahLst/>
              <a:cxnLst/>
              <a:rect l="textAreaLeft" t="textAreaTop" r="textAreaRight" b="textAreaBottom"/>
              <a:pathLst>
                <a:path w="42863" h="6719" fill="none">
                  <a:moveTo>
                    <a:pt x="1" y="0"/>
                  </a:moveTo>
                  <a:lnTo>
                    <a:pt x="19064" y="0"/>
                  </a:lnTo>
                  <a:lnTo>
                    <a:pt x="25782" y="6718"/>
                  </a:lnTo>
                  <a:lnTo>
                    <a:pt x="42862" y="6718"/>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 name="Google Shape;119;p2"/>
            <p:cNvSpPr/>
            <p:nvPr/>
          </p:nvSpPr>
          <p:spPr>
            <a:xfrm>
              <a:off x="3139560" y="1022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2950" y="1463"/>
                  </a:moveTo>
                  <a:cubicBezTo>
                    <a:pt x="2950" y="2281"/>
                    <a:pt x="2281" y="2951"/>
                    <a:pt x="1463" y="2951"/>
                  </a:cubicBezTo>
                  <a:cubicBezTo>
                    <a:pt x="645" y="2951"/>
                    <a:pt x="0" y="2281"/>
                    <a:pt x="0" y="1463"/>
                  </a:cubicBezTo>
                  <a:cubicBezTo>
                    <a:pt x="0" y="670"/>
                    <a:pt x="645" y="1"/>
                    <a:pt x="1463" y="1"/>
                  </a:cubicBezTo>
                  <a:cubicBezTo>
                    <a:pt x="2281" y="1"/>
                    <a:pt x="2950" y="670"/>
                    <a:pt x="2950"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 name="Google Shape;120;p2"/>
            <p:cNvSpPr/>
            <p:nvPr/>
          </p:nvSpPr>
          <p:spPr>
            <a:xfrm>
              <a:off x="3163320" y="126720"/>
              <a:ext cx="42840" cy="42120"/>
            </a:xfrm>
            <a:custGeom>
              <a:avLst/>
              <a:gdLst>
                <a:gd name="textAreaLeft" fmla="*/ 0 w 42840"/>
                <a:gd name="textAreaRight" fmla="*/ 43200 w 42840"/>
                <a:gd name="textAreaTop" fmla="*/ 0 h 42120"/>
                <a:gd name="textAreaBottom" fmla="*/ 42480 h 42120"/>
              </a:gdLst>
              <a:ahLst/>
              <a:cxnLst/>
              <a:rect l="textAreaLeft" t="textAreaTop" r="textAreaRight" b="textAreaBottom"/>
              <a:pathLst>
                <a:path w="1389" h="1365">
                  <a:moveTo>
                    <a:pt x="695" y="1"/>
                  </a:moveTo>
                  <a:cubicBezTo>
                    <a:pt x="323" y="1"/>
                    <a:pt x="1" y="298"/>
                    <a:pt x="1" y="670"/>
                  </a:cubicBezTo>
                  <a:cubicBezTo>
                    <a:pt x="1" y="1067"/>
                    <a:pt x="323" y="1364"/>
                    <a:pt x="695" y="1364"/>
                  </a:cubicBezTo>
                  <a:cubicBezTo>
                    <a:pt x="1091" y="1364"/>
                    <a:pt x="1389" y="1067"/>
                    <a:pt x="1389" y="670"/>
                  </a:cubicBezTo>
                  <a:cubicBezTo>
                    <a:pt x="1389" y="298"/>
                    <a:pt x="1091" y="1"/>
                    <a:pt x="695"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 name="Google Shape;121;p2"/>
            <p:cNvSpPr/>
            <p:nvPr/>
          </p:nvSpPr>
          <p:spPr>
            <a:xfrm>
              <a:off x="1710360" y="-108000"/>
              <a:ext cx="91440" cy="92520"/>
            </a:xfrm>
            <a:custGeom>
              <a:avLst/>
              <a:gdLst>
                <a:gd name="textAreaLeft" fmla="*/ 0 w 91440"/>
                <a:gd name="textAreaRight" fmla="*/ 91800 w 91440"/>
                <a:gd name="textAreaTop" fmla="*/ 0 h 92520"/>
                <a:gd name="textAreaBottom" fmla="*/ 92880 h 92520"/>
              </a:gdLst>
              <a:ahLst/>
              <a:cxnLst/>
              <a:rect l="textAreaLeft" t="textAreaTop" r="textAreaRight" b="textAreaBottom"/>
              <a:pathLst>
                <a:path w="2951" h="2976" fill="none">
                  <a:moveTo>
                    <a:pt x="2950" y="1488"/>
                  </a:moveTo>
                  <a:cubicBezTo>
                    <a:pt x="2950" y="2306"/>
                    <a:pt x="2281" y="2976"/>
                    <a:pt x="1463" y="2976"/>
                  </a:cubicBezTo>
                  <a:cubicBezTo>
                    <a:pt x="645" y="2976"/>
                    <a:pt x="0" y="2306"/>
                    <a:pt x="0" y="1488"/>
                  </a:cubicBezTo>
                  <a:cubicBezTo>
                    <a:pt x="0" y="670"/>
                    <a:pt x="645" y="1"/>
                    <a:pt x="1463" y="1"/>
                  </a:cubicBezTo>
                  <a:cubicBezTo>
                    <a:pt x="2281" y="1"/>
                    <a:pt x="2950" y="670"/>
                    <a:pt x="295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 name="Google Shape;122;p2"/>
            <p:cNvSpPr/>
            <p:nvPr/>
          </p:nvSpPr>
          <p:spPr>
            <a:xfrm>
              <a:off x="1734120" y="-831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322"/>
                    <a:pt x="1" y="694"/>
                  </a:cubicBezTo>
                  <a:cubicBezTo>
                    <a:pt x="1" y="1066"/>
                    <a:pt x="323" y="1388"/>
                    <a:pt x="695" y="1388"/>
                  </a:cubicBezTo>
                  <a:cubicBezTo>
                    <a:pt x="1092" y="1388"/>
                    <a:pt x="1389" y="1066"/>
                    <a:pt x="1389" y="694"/>
                  </a:cubicBezTo>
                  <a:cubicBezTo>
                    <a:pt x="1389" y="322"/>
                    <a:pt x="1092"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3" name="Google Shape;123;p2"/>
          <p:cNvGrpSpPr/>
          <p:nvPr/>
        </p:nvGrpSpPr>
        <p:grpSpPr>
          <a:xfrm>
            <a:off x="6421320" y="-1455120"/>
            <a:ext cx="347040" cy="2297160"/>
            <a:chOff x="6421320" y="-1455120"/>
            <a:chExt cx="347040" cy="2297160"/>
          </a:xfrm>
        </p:grpSpPr>
        <p:sp>
          <p:nvSpPr>
            <p:cNvPr id="114" name="Google Shape;124;p2"/>
            <p:cNvSpPr/>
            <p:nvPr/>
          </p:nvSpPr>
          <p:spPr>
            <a:xfrm rot="5400000">
              <a:off x="5457960" y="-49176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 name="Google Shape;125;p2"/>
            <p:cNvSpPr/>
            <p:nvPr/>
          </p:nvSpPr>
          <p:spPr>
            <a:xfrm rot="5400000">
              <a:off x="5737320" y="-189000"/>
              <a:ext cx="1994400" cy="67680"/>
            </a:xfrm>
            <a:prstGeom prst="roundRect">
              <a:avLst>
                <a:gd name="adj" fmla="val 50000"/>
              </a:avLst>
            </a:prstGeom>
            <a:gradFill rotWithShape="0">
              <a:gsLst>
                <a:gs pos="0">
                  <a:srgbClr val="151B46"/>
                </a:gs>
                <a:gs pos="100000">
                  <a:srgbClr val="8FFFFF"/>
                </a:gs>
              </a:gsLst>
              <a:lin ang="8094000"/>
            </a:gra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6" name="Google Shape;126;p2"/>
          <p:cNvSpPr/>
          <p:nvPr/>
        </p:nvSpPr>
        <p:spPr>
          <a:xfrm rot="10800000">
            <a:off x="1024200" y="4389840"/>
            <a:ext cx="586440" cy="1284120"/>
          </a:xfrm>
          <a:prstGeom prst="flowChartOffpageConnector">
            <a:avLst/>
          </a:prstGeom>
          <a:gradFill rotWithShape="0">
            <a:gsLst>
              <a:gs pos="0">
                <a:srgbClr val="1D2875"/>
              </a:gs>
              <a:gs pos="100000">
                <a:srgbClr val="151B46"/>
              </a:gs>
            </a:gsLst>
            <a:lin ang="5400000"/>
          </a:gra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 id="2147483679" r:id="rId24"/>
    <p:sldLayoutId id="2147483680"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2" r:id="rId1"/>
    <p:sldLayoutId id="214748368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notesSlide" Target="../notesSlides/notesSlide1.xml"/><Relationship Id="rId1" Type="http://schemas.openxmlformats.org/officeDocument/2006/relationships/slideLayout" Target="../slideLayouts/slideLayout24.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slides/_rels/slide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svg"/><Relationship Id="rId18" Type="http://schemas.openxmlformats.org/officeDocument/2006/relationships/image" Target="../media/image39.png"/><Relationship Id="rId26" Type="http://schemas.openxmlformats.org/officeDocument/2006/relationships/image" Target="../media/image47.png"/><Relationship Id="rId3" Type="http://schemas.openxmlformats.org/officeDocument/2006/relationships/image" Target="../media/image24.svg"/><Relationship Id="rId21" Type="http://schemas.openxmlformats.org/officeDocument/2006/relationships/image" Target="../media/image42.svg"/><Relationship Id="rId7" Type="http://schemas.openxmlformats.org/officeDocument/2006/relationships/image" Target="../media/image28.svg"/><Relationship Id="rId12" Type="http://schemas.openxmlformats.org/officeDocument/2006/relationships/image" Target="../media/image33.png"/><Relationship Id="rId17" Type="http://schemas.openxmlformats.org/officeDocument/2006/relationships/image" Target="../media/image38.svg"/><Relationship Id="rId25" Type="http://schemas.openxmlformats.org/officeDocument/2006/relationships/image" Target="../media/image46.svg"/><Relationship Id="rId2" Type="http://schemas.openxmlformats.org/officeDocument/2006/relationships/image" Target="../media/image23.png"/><Relationship Id="rId16" Type="http://schemas.openxmlformats.org/officeDocument/2006/relationships/image" Target="../media/image37.png"/><Relationship Id="rId20" Type="http://schemas.openxmlformats.org/officeDocument/2006/relationships/image" Target="../media/image41.png"/><Relationship Id="rId1" Type="http://schemas.openxmlformats.org/officeDocument/2006/relationships/slideLayout" Target="../slideLayouts/slideLayout24.xml"/><Relationship Id="rId6" Type="http://schemas.openxmlformats.org/officeDocument/2006/relationships/image" Target="../media/image27.png"/><Relationship Id="rId11" Type="http://schemas.openxmlformats.org/officeDocument/2006/relationships/image" Target="../media/image32.svg"/><Relationship Id="rId24" Type="http://schemas.openxmlformats.org/officeDocument/2006/relationships/image" Target="../media/image45.png"/><Relationship Id="rId5" Type="http://schemas.openxmlformats.org/officeDocument/2006/relationships/image" Target="../media/image26.svg"/><Relationship Id="rId15" Type="http://schemas.openxmlformats.org/officeDocument/2006/relationships/image" Target="../media/image36.svg"/><Relationship Id="rId23" Type="http://schemas.openxmlformats.org/officeDocument/2006/relationships/image" Target="../media/image44.svg"/><Relationship Id="rId10" Type="http://schemas.openxmlformats.org/officeDocument/2006/relationships/image" Target="../media/image31.png"/><Relationship Id="rId19" Type="http://schemas.openxmlformats.org/officeDocument/2006/relationships/image" Target="../media/image40.svg"/><Relationship Id="rId4" Type="http://schemas.openxmlformats.org/officeDocument/2006/relationships/image" Target="../media/image25.png"/><Relationship Id="rId9" Type="http://schemas.openxmlformats.org/officeDocument/2006/relationships/image" Target="../media/image30.svg"/><Relationship Id="rId14" Type="http://schemas.openxmlformats.org/officeDocument/2006/relationships/image" Target="../media/image35.png"/><Relationship Id="rId22" Type="http://schemas.openxmlformats.org/officeDocument/2006/relationships/image" Target="../media/image43.png"/><Relationship Id="rId27" Type="http://schemas.openxmlformats.org/officeDocument/2006/relationships/image" Target="../media/image48.svg"/></Relationships>
</file>

<file path=ppt/slides/_rels/slide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8" name="PlaceHolder 1"/>
          <p:cNvSpPr>
            <a:spLocks noGrp="1"/>
          </p:cNvSpPr>
          <p:nvPr>
            <p:ph type="subTitle"/>
          </p:nvPr>
        </p:nvSpPr>
        <p:spPr>
          <a:xfrm>
            <a:off x="1694520" y="2459250"/>
            <a:ext cx="5790960" cy="914040"/>
          </a:xfrm>
          <a:prstGeom prst="rect">
            <a:avLst/>
          </a:prstGeom>
          <a:noFill/>
          <a:ln w="0">
            <a:noFill/>
          </a:ln>
        </p:spPr>
        <p:txBody>
          <a:bodyPr lIns="91440" tIns="91440" rIns="91440" bIns="91440" anchor="t">
            <a:normAutofit/>
          </a:bodyPr>
          <a:lstStyle/>
          <a:p>
            <a:pPr algn="ctr">
              <a:lnSpc>
                <a:spcPct val="100000"/>
              </a:lnSpc>
              <a:tabLst>
                <a:tab pos="0" algn="l"/>
              </a:tabLst>
            </a:pPr>
            <a:r>
              <a:rPr lang="en-US" sz="1800" b="0" u="none" strike="noStrike" dirty="0">
                <a:solidFill>
                  <a:schemeClr val="lt1"/>
                </a:solidFill>
                <a:effectLst/>
                <a:uFillTx/>
                <a:latin typeface="PT Sans"/>
                <a:ea typeface="PT Sans"/>
              </a:rPr>
              <a:t>Transitioning to Scrum-Agile</a:t>
            </a:r>
            <a:endParaRPr lang="en-US" sz="1800" b="0" u="none" strike="noStrike" dirty="0">
              <a:solidFill>
                <a:srgbClr val="FFFFFF"/>
              </a:solidFill>
              <a:effectLst/>
              <a:uFillTx/>
              <a:latin typeface="OpenSymbol"/>
            </a:endParaRPr>
          </a:p>
        </p:txBody>
      </p:sp>
      <p:grpSp>
        <p:nvGrpSpPr>
          <p:cNvPr id="2639" name="Google Shape;2700;p34"/>
          <p:cNvGrpSpPr/>
          <p:nvPr/>
        </p:nvGrpSpPr>
        <p:grpSpPr>
          <a:xfrm>
            <a:off x="2131200" y="4336560"/>
            <a:ext cx="882720" cy="241560"/>
            <a:chOff x="2131200" y="4336560"/>
            <a:chExt cx="882720" cy="241560"/>
          </a:xfrm>
        </p:grpSpPr>
        <p:sp>
          <p:nvSpPr>
            <p:cNvPr id="2640" name="Google Shape;2701;p34"/>
            <p:cNvSpPr/>
            <p:nvPr/>
          </p:nvSpPr>
          <p:spPr>
            <a:xfrm rot="10800000">
              <a:off x="2862000" y="433656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41" name="Google Shape;2702;p34"/>
            <p:cNvSpPr/>
            <p:nvPr/>
          </p:nvSpPr>
          <p:spPr>
            <a:xfrm rot="10800000">
              <a:off x="2716200" y="433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42" name="Google Shape;2703;p34"/>
            <p:cNvSpPr/>
            <p:nvPr/>
          </p:nvSpPr>
          <p:spPr>
            <a:xfrm rot="10800000">
              <a:off x="2570040" y="433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43" name="Google Shape;2704;p34"/>
            <p:cNvSpPr/>
            <p:nvPr/>
          </p:nvSpPr>
          <p:spPr>
            <a:xfrm rot="10800000">
              <a:off x="2423520" y="433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44" name="Google Shape;2705;p34"/>
            <p:cNvSpPr/>
            <p:nvPr/>
          </p:nvSpPr>
          <p:spPr>
            <a:xfrm rot="10800000">
              <a:off x="2277360" y="433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45" name="Google Shape;2706;p34"/>
            <p:cNvSpPr/>
            <p:nvPr/>
          </p:nvSpPr>
          <p:spPr>
            <a:xfrm rot="10800000">
              <a:off x="2131200" y="4336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646" name="Google Shape;2707;p34"/>
          <p:cNvGrpSpPr/>
          <p:nvPr/>
        </p:nvGrpSpPr>
        <p:grpSpPr>
          <a:xfrm>
            <a:off x="4423680" y="4119480"/>
            <a:ext cx="296280" cy="1822320"/>
            <a:chOff x="4423680" y="4119480"/>
            <a:chExt cx="296280" cy="1822320"/>
          </a:xfrm>
        </p:grpSpPr>
        <p:sp>
          <p:nvSpPr>
            <p:cNvPr id="2647" name="Google Shape;2708;p34"/>
            <p:cNvSpPr/>
            <p:nvPr/>
          </p:nvSpPr>
          <p:spPr>
            <a:xfrm rot="5400000" flipV="1">
              <a:off x="3782880" y="5004720"/>
              <a:ext cx="1723680" cy="150120"/>
            </a:xfrm>
            <a:custGeom>
              <a:avLst/>
              <a:gdLst>
                <a:gd name="textAreaLeft" fmla="*/ 0 w 1723680"/>
                <a:gd name="textAreaRight" fmla="*/ 1724040 w 1723680"/>
                <a:gd name="textAreaTop" fmla="*/ -360 h 150120"/>
                <a:gd name="textAreaBottom" fmla="*/ 150120 h 150120"/>
              </a:gdLst>
              <a:ahLst/>
              <a:cxnLst/>
              <a:rect l="textAreaLeft" t="textAreaTop" r="textAreaRight" b="textAreaBottom"/>
              <a:pathLst>
                <a:path w="55332" h="4834" fill="none">
                  <a:moveTo>
                    <a:pt x="55331" y="4834"/>
                  </a:moveTo>
                  <a:lnTo>
                    <a:pt x="28930" y="4834"/>
                  </a:lnTo>
                  <a:lnTo>
                    <a:pt x="27294" y="3198"/>
                  </a:lnTo>
                  <a:lnTo>
                    <a:pt x="24072" y="0"/>
                  </a:lnTo>
                  <a:lnTo>
                    <a:pt x="1" y="0"/>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48" name="Google Shape;2709;p34"/>
            <p:cNvSpPr/>
            <p:nvPr/>
          </p:nvSpPr>
          <p:spPr>
            <a:xfrm rot="5400000" flipV="1">
              <a:off x="4423680" y="471564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0" y="1488"/>
                  </a:moveTo>
                  <a:cubicBezTo>
                    <a:pt x="0" y="670"/>
                    <a:pt x="670" y="1"/>
                    <a:pt x="1488" y="1"/>
                  </a:cubicBezTo>
                  <a:cubicBezTo>
                    <a:pt x="2306" y="1"/>
                    <a:pt x="2950" y="670"/>
                    <a:pt x="2950" y="1488"/>
                  </a:cubicBezTo>
                  <a:cubicBezTo>
                    <a:pt x="2950" y="2281"/>
                    <a:pt x="2306" y="2951"/>
                    <a:pt x="1488" y="2951"/>
                  </a:cubicBezTo>
                  <a:cubicBezTo>
                    <a:pt x="670" y="2951"/>
                    <a:pt x="0" y="2281"/>
                    <a:pt x="0" y="1488"/>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49" name="Google Shape;2710;p34"/>
            <p:cNvSpPr/>
            <p:nvPr/>
          </p:nvSpPr>
          <p:spPr>
            <a:xfrm rot="5400000" flipV="1">
              <a:off x="4448160" y="473976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4">
                  <a:moveTo>
                    <a:pt x="695" y="0"/>
                  </a:moveTo>
                  <a:cubicBezTo>
                    <a:pt x="298" y="0"/>
                    <a:pt x="1" y="298"/>
                    <a:pt x="1" y="694"/>
                  </a:cubicBezTo>
                  <a:cubicBezTo>
                    <a:pt x="1" y="1066"/>
                    <a:pt x="298" y="1363"/>
                    <a:pt x="695" y="1363"/>
                  </a:cubicBezTo>
                  <a:cubicBezTo>
                    <a:pt x="1067" y="1363"/>
                    <a:pt x="1389" y="1066"/>
                    <a:pt x="1389" y="694"/>
                  </a:cubicBezTo>
                  <a:cubicBezTo>
                    <a:pt x="1389" y="298"/>
                    <a:pt x="1067"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0" name="Google Shape;2711;p34"/>
            <p:cNvSpPr/>
            <p:nvPr/>
          </p:nvSpPr>
          <p:spPr>
            <a:xfrm rot="5400000" flipV="1">
              <a:off x="4523400" y="4119480"/>
              <a:ext cx="91440" cy="91440"/>
            </a:xfrm>
            <a:custGeom>
              <a:avLst/>
              <a:gdLst>
                <a:gd name="textAreaLeft" fmla="*/ 0 w 91440"/>
                <a:gd name="textAreaRight" fmla="*/ 91800 w 91440"/>
                <a:gd name="textAreaTop" fmla="*/ 360 h 91440"/>
                <a:gd name="textAreaBottom" fmla="*/ 92160 h 91440"/>
              </a:gdLst>
              <a:ahLst/>
              <a:cxnLst/>
              <a:rect l="textAreaLeft" t="textAreaTop" r="textAreaRight" b="textAreaBottom"/>
              <a:pathLst>
                <a:path w="2951" h="2951" fill="none">
                  <a:moveTo>
                    <a:pt x="1" y="1463"/>
                  </a:moveTo>
                  <a:cubicBezTo>
                    <a:pt x="1" y="670"/>
                    <a:pt x="670" y="1"/>
                    <a:pt x="1488" y="1"/>
                  </a:cubicBezTo>
                  <a:cubicBezTo>
                    <a:pt x="2306" y="1"/>
                    <a:pt x="2951" y="670"/>
                    <a:pt x="2951" y="1463"/>
                  </a:cubicBezTo>
                  <a:cubicBezTo>
                    <a:pt x="2951" y="2281"/>
                    <a:pt x="2306" y="2951"/>
                    <a:pt x="1488" y="2951"/>
                  </a:cubicBezTo>
                  <a:cubicBezTo>
                    <a:pt x="670" y="2951"/>
                    <a:pt x="1" y="2281"/>
                    <a:pt x="1" y="1463"/>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51" name="Google Shape;2712;p34"/>
            <p:cNvSpPr/>
            <p:nvPr/>
          </p:nvSpPr>
          <p:spPr>
            <a:xfrm rot="5400000" flipV="1">
              <a:off x="4547520" y="4143600"/>
              <a:ext cx="42840" cy="42120"/>
            </a:xfrm>
            <a:custGeom>
              <a:avLst/>
              <a:gdLst>
                <a:gd name="textAreaLeft" fmla="*/ 0 w 42840"/>
                <a:gd name="textAreaRight" fmla="*/ 43200 w 42840"/>
                <a:gd name="textAreaTop" fmla="*/ -360 h 42120"/>
                <a:gd name="textAreaBottom" fmla="*/ 42120 h 42120"/>
              </a:gdLst>
              <a:ahLst/>
              <a:cxnLst/>
              <a:rect l="textAreaLeft" t="textAreaTop" r="textAreaRight" b="textAreaBottom"/>
              <a:pathLst>
                <a:path w="1389" h="1365">
                  <a:moveTo>
                    <a:pt x="694" y="1"/>
                  </a:moveTo>
                  <a:cubicBezTo>
                    <a:pt x="298" y="1"/>
                    <a:pt x="0" y="298"/>
                    <a:pt x="0" y="670"/>
                  </a:cubicBezTo>
                  <a:cubicBezTo>
                    <a:pt x="0" y="1067"/>
                    <a:pt x="298" y="1364"/>
                    <a:pt x="694" y="1364"/>
                  </a:cubicBezTo>
                  <a:cubicBezTo>
                    <a:pt x="1066" y="1364"/>
                    <a:pt x="1388" y="1067"/>
                    <a:pt x="1388" y="670"/>
                  </a:cubicBezTo>
                  <a:cubicBezTo>
                    <a:pt x="1388" y="298"/>
                    <a:pt x="1066" y="1"/>
                    <a:pt x="69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2" name="Google Shape;2713;p34"/>
            <p:cNvSpPr/>
            <p:nvPr/>
          </p:nvSpPr>
          <p:spPr>
            <a:xfrm rot="5400000" flipV="1">
              <a:off x="3990240" y="5286240"/>
              <a:ext cx="1134360" cy="174960"/>
            </a:xfrm>
            <a:custGeom>
              <a:avLst/>
              <a:gdLst>
                <a:gd name="textAreaLeft" fmla="*/ 0 w 1134360"/>
                <a:gd name="textAreaRight" fmla="*/ 1134720 w 1134360"/>
                <a:gd name="textAreaTop" fmla="*/ 360 h 174960"/>
                <a:gd name="textAreaBottom" fmla="*/ 175680 h 174960"/>
              </a:gdLst>
              <a:ahLst/>
              <a:cxnLst/>
              <a:rect l="textAreaLeft" t="textAreaTop" r="textAreaRight" b="textAreaBottom"/>
              <a:pathLst>
                <a:path w="36417" h="5628" fill="none">
                  <a:moveTo>
                    <a:pt x="0" y="0"/>
                  </a:moveTo>
                  <a:lnTo>
                    <a:pt x="6049" y="0"/>
                  </a:lnTo>
                  <a:lnTo>
                    <a:pt x="8379" y="2330"/>
                  </a:lnTo>
                  <a:lnTo>
                    <a:pt x="11676" y="5627"/>
                  </a:lnTo>
                  <a:lnTo>
                    <a:pt x="36416" y="5627"/>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53" name="Google Shape;2714;p34"/>
          <p:cNvGrpSpPr/>
          <p:nvPr/>
        </p:nvGrpSpPr>
        <p:grpSpPr>
          <a:xfrm>
            <a:off x="2194920" y="779040"/>
            <a:ext cx="552600" cy="98640"/>
            <a:chOff x="2194920" y="779040"/>
            <a:chExt cx="552600" cy="98640"/>
          </a:xfrm>
        </p:grpSpPr>
        <p:sp>
          <p:nvSpPr>
            <p:cNvPr id="2654" name="Google Shape;2715;p34"/>
            <p:cNvSpPr/>
            <p:nvPr/>
          </p:nvSpPr>
          <p:spPr>
            <a:xfrm rot="5400000">
              <a:off x="2648880" y="77904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55" name="Google Shape;2716;p34"/>
            <p:cNvSpPr/>
            <p:nvPr/>
          </p:nvSpPr>
          <p:spPr>
            <a:xfrm rot="5400000">
              <a:off x="2675160" y="80604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6" name="Google Shape;2717;p34"/>
            <p:cNvSpPr/>
            <p:nvPr/>
          </p:nvSpPr>
          <p:spPr>
            <a:xfrm rot="5400000">
              <a:off x="2194920" y="78228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57" name="Google Shape;2718;p34"/>
            <p:cNvSpPr/>
            <p:nvPr/>
          </p:nvSpPr>
          <p:spPr>
            <a:xfrm rot="5400000">
              <a:off x="2218680" y="80604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8" name="Google Shape;2719;p34"/>
            <p:cNvSpPr/>
            <p:nvPr/>
          </p:nvSpPr>
          <p:spPr>
            <a:xfrm rot="5400000">
              <a:off x="2470680" y="64332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59" name="Google Shape;2720;p34"/>
          <p:cNvGrpSpPr/>
          <p:nvPr/>
        </p:nvGrpSpPr>
        <p:grpSpPr>
          <a:xfrm>
            <a:off x="4505040" y="564480"/>
            <a:ext cx="1105920" cy="133920"/>
            <a:chOff x="4505040" y="564480"/>
            <a:chExt cx="1105920" cy="133920"/>
          </a:xfrm>
        </p:grpSpPr>
        <p:grpSp>
          <p:nvGrpSpPr>
            <p:cNvPr id="2660" name="Google Shape;2721;p34"/>
            <p:cNvGrpSpPr/>
            <p:nvPr/>
          </p:nvGrpSpPr>
          <p:grpSpPr>
            <a:xfrm>
              <a:off x="4505040" y="647640"/>
              <a:ext cx="883080" cy="50760"/>
              <a:chOff x="4505040" y="647640"/>
              <a:chExt cx="883080" cy="50760"/>
            </a:xfrm>
          </p:grpSpPr>
          <p:sp>
            <p:nvSpPr>
              <p:cNvPr id="2661" name="Google Shape;2722;p34"/>
              <p:cNvSpPr/>
              <p:nvPr/>
            </p:nvSpPr>
            <p:spPr>
              <a:xfrm>
                <a:off x="4505040" y="647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2" name="Google Shape;2723;p34"/>
              <p:cNvSpPr/>
              <p:nvPr/>
            </p:nvSpPr>
            <p:spPr>
              <a:xfrm>
                <a:off x="4597560" y="647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3" name="Google Shape;2724;p34"/>
              <p:cNvSpPr/>
              <p:nvPr/>
            </p:nvSpPr>
            <p:spPr>
              <a:xfrm>
                <a:off x="4690080" y="647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4" name="Google Shape;2725;p34"/>
              <p:cNvSpPr/>
              <p:nvPr/>
            </p:nvSpPr>
            <p:spPr>
              <a:xfrm>
                <a:off x="4782600" y="647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5" name="Google Shape;2726;p34"/>
              <p:cNvSpPr/>
              <p:nvPr/>
            </p:nvSpPr>
            <p:spPr>
              <a:xfrm>
                <a:off x="4875120" y="647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6" name="Google Shape;2727;p34"/>
              <p:cNvSpPr/>
              <p:nvPr/>
            </p:nvSpPr>
            <p:spPr>
              <a:xfrm>
                <a:off x="4967640" y="647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7" name="Google Shape;2728;p34"/>
              <p:cNvSpPr/>
              <p:nvPr/>
            </p:nvSpPr>
            <p:spPr>
              <a:xfrm>
                <a:off x="5060160" y="647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8" name="Google Shape;2729;p34"/>
              <p:cNvSpPr/>
              <p:nvPr/>
            </p:nvSpPr>
            <p:spPr>
              <a:xfrm>
                <a:off x="5152320" y="647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69" name="Google Shape;2730;p34"/>
              <p:cNvSpPr/>
              <p:nvPr/>
            </p:nvSpPr>
            <p:spPr>
              <a:xfrm>
                <a:off x="5244840" y="647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0" name="Google Shape;2731;p34"/>
              <p:cNvSpPr/>
              <p:nvPr/>
            </p:nvSpPr>
            <p:spPr>
              <a:xfrm>
                <a:off x="5337360" y="647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671" name="Google Shape;2732;p34"/>
            <p:cNvGrpSpPr/>
            <p:nvPr/>
          </p:nvGrpSpPr>
          <p:grpSpPr>
            <a:xfrm>
              <a:off x="4727880" y="564480"/>
              <a:ext cx="883080" cy="50760"/>
              <a:chOff x="4727880" y="564480"/>
              <a:chExt cx="883080" cy="50760"/>
            </a:xfrm>
          </p:grpSpPr>
          <p:sp>
            <p:nvSpPr>
              <p:cNvPr id="2672" name="Google Shape;2733;p34"/>
              <p:cNvSpPr/>
              <p:nvPr/>
            </p:nvSpPr>
            <p:spPr>
              <a:xfrm>
                <a:off x="4727880" y="56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3" name="Google Shape;2734;p34"/>
              <p:cNvSpPr/>
              <p:nvPr/>
            </p:nvSpPr>
            <p:spPr>
              <a:xfrm>
                <a:off x="4820400" y="56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4" name="Google Shape;2735;p34"/>
              <p:cNvSpPr/>
              <p:nvPr/>
            </p:nvSpPr>
            <p:spPr>
              <a:xfrm>
                <a:off x="4912920" y="56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5" name="Google Shape;2736;p34"/>
              <p:cNvSpPr/>
              <p:nvPr/>
            </p:nvSpPr>
            <p:spPr>
              <a:xfrm>
                <a:off x="5005440" y="56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6" name="Google Shape;2737;p34"/>
              <p:cNvSpPr/>
              <p:nvPr/>
            </p:nvSpPr>
            <p:spPr>
              <a:xfrm>
                <a:off x="5097600" y="56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7" name="Google Shape;2738;p34"/>
              <p:cNvSpPr/>
              <p:nvPr/>
            </p:nvSpPr>
            <p:spPr>
              <a:xfrm>
                <a:off x="5190120" y="56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8" name="Google Shape;2739;p34"/>
              <p:cNvSpPr/>
              <p:nvPr/>
            </p:nvSpPr>
            <p:spPr>
              <a:xfrm>
                <a:off x="5282640" y="56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9" name="Google Shape;2740;p34"/>
              <p:cNvSpPr/>
              <p:nvPr/>
            </p:nvSpPr>
            <p:spPr>
              <a:xfrm>
                <a:off x="5375160" y="56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80" name="Google Shape;2741;p34"/>
              <p:cNvSpPr/>
              <p:nvPr/>
            </p:nvSpPr>
            <p:spPr>
              <a:xfrm>
                <a:off x="5467680" y="56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81" name="Google Shape;2742;p34"/>
              <p:cNvSpPr/>
              <p:nvPr/>
            </p:nvSpPr>
            <p:spPr>
              <a:xfrm>
                <a:off x="5560200" y="564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682" name="Google Shape;2743;p34"/>
          <p:cNvGrpSpPr/>
          <p:nvPr/>
        </p:nvGrpSpPr>
        <p:grpSpPr>
          <a:xfrm>
            <a:off x="5447160" y="4536000"/>
            <a:ext cx="1252800" cy="50760"/>
            <a:chOff x="5447160" y="4536000"/>
            <a:chExt cx="1252800" cy="50760"/>
          </a:xfrm>
        </p:grpSpPr>
        <p:sp>
          <p:nvSpPr>
            <p:cNvPr id="2683" name="Google Shape;2744;p34"/>
            <p:cNvSpPr/>
            <p:nvPr/>
          </p:nvSpPr>
          <p:spPr>
            <a:xfrm>
              <a:off x="544716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84" name="Google Shape;2745;p34"/>
            <p:cNvSpPr/>
            <p:nvPr/>
          </p:nvSpPr>
          <p:spPr>
            <a:xfrm>
              <a:off x="55396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85" name="Google Shape;2746;p34"/>
            <p:cNvSpPr/>
            <p:nvPr/>
          </p:nvSpPr>
          <p:spPr>
            <a:xfrm>
              <a:off x="563220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86" name="Google Shape;2747;p34"/>
            <p:cNvSpPr/>
            <p:nvPr/>
          </p:nvSpPr>
          <p:spPr>
            <a:xfrm>
              <a:off x="572472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87" name="Google Shape;2748;p34"/>
            <p:cNvSpPr/>
            <p:nvPr/>
          </p:nvSpPr>
          <p:spPr>
            <a:xfrm>
              <a:off x="581724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88" name="Google Shape;2749;p34"/>
            <p:cNvSpPr/>
            <p:nvPr/>
          </p:nvSpPr>
          <p:spPr>
            <a:xfrm>
              <a:off x="590976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89" name="Google Shape;2750;p34"/>
            <p:cNvSpPr/>
            <p:nvPr/>
          </p:nvSpPr>
          <p:spPr>
            <a:xfrm>
              <a:off x="60022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0" name="Google Shape;2751;p34"/>
            <p:cNvSpPr/>
            <p:nvPr/>
          </p:nvSpPr>
          <p:spPr>
            <a:xfrm>
              <a:off x="609444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1" name="Google Shape;2752;p34"/>
            <p:cNvSpPr/>
            <p:nvPr/>
          </p:nvSpPr>
          <p:spPr>
            <a:xfrm>
              <a:off x="618696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2" name="Google Shape;2753;p34"/>
            <p:cNvSpPr/>
            <p:nvPr/>
          </p:nvSpPr>
          <p:spPr>
            <a:xfrm>
              <a:off x="62794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3" name="Google Shape;2754;p34"/>
            <p:cNvSpPr/>
            <p:nvPr/>
          </p:nvSpPr>
          <p:spPr>
            <a:xfrm>
              <a:off x="637200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4" name="Google Shape;2755;p34"/>
            <p:cNvSpPr/>
            <p:nvPr/>
          </p:nvSpPr>
          <p:spPr>
            <a:xfrm>
              <a:off x="646452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5" name="Google Shape;2756;p34"/>
            <p:cNvSpPr/>
            <p:nvPr/>
          </p:nvSpPr>
          <p:spPr>
            <a:xfrm>
              <a:off x="65566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6" name="Google Shape;2757;p34"/>
            <p:cNvSpPr/>
            <p:nvPr/>
          </p:nvSpPr>
          <p:spPr>
            <a:xfrm>
              <a:off x="664920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697" name="PlaceHolder 2"/>
          <p:cNvSpPr>
            <a:spLocks noGrp="1"/>
          </p:cNvSpPr>
          <p:nvPr>
            <p:ph type="title"/>
          </p:nvPr>
        </p:nvSpPr>
        <p:spPr>
          <a:xfrm>
            <a:off x="1314360" y="1133640"/>
            <a:ext cx="6505200" cy="1999800"/>
          </a:xfrm>
          <a:prstGeom prst="rect">
            <a:avLst/>
          </a:prstGeom>
          <a:noFill/>
          <a:ln w="0">
            <a:noFill/>
          </a:ln>
          <a:effectLst>
            <a:outerShdw blurRad="142920" rotWithShape="0">
              <a:srgbClr val="8FFFFF">
                <a:alpha val="38000"/>
              </a:srgbClr>
            </a:outerShdw>
          </a:effectLst>
        </p:spPr>
        <p:txBody>
          <a:bodyPr lIns="91440" tIns="91440" rIns="91440" bIns="91440" anchor="ctr">
            <a:normAutofit/>
          </a:bodyPr>
          <a:lstStyle/>
          <a:p>
            <a:pPr indent="0" algn="ctr">
              <a:lnSpc>
                <a:spcPct val="90000"/>
              </a:lnSpc>
              <a:buNone/>
              <a:tabLst>
                <a:tab pos="0" algn="l"/>
              </a:tabLst>
            </a:pPr>
            <a:r>
              <a:rPr lang="en-US" sz="5800" b="1" u="none" strike="noStrike">
                <a:solidFill>
                  <a:schemeClr val="accent2"/>
                </a:solidFill>
                <a:effectLst/>
                <a:uFillTx/>
                <a:latin typeface="Exo"/>
                <a:ea typeface="Exo"/>
              </a:rPr>
              <a:t>ChadaTech </a:t>
            </a:r>
            <a:r>
              <a:rPr lang="en-US" sz="5000" b="1" u="none" strike="noStrike">
                <a:solidFill>
                  <a:schemeClr val="lt1"/>
                </a:solidFill>
                <a:effectLst/>
                <a:uFillTx/>
                <a:latin typeface="Exo"/>
                <a:ea typeface="Exo"/>
              </a:rPr>
              <a:t>Agile</a:t>
            </a:r>
            <a:endParaRPr lang="fr-FR" sz="5000" b="0" u="none" strike="noStrike">
              <a:solidFill>
                <a:schemeClr val="dk1"/>
              </a:solidFill>
              <a:effectLst/>
              <a:uFillTx/>
              <a:latin typeface="Arial"/>
            </a:endParaRPr>
          </a:p>
        </p:txBody>
      </p:sp>
      <p:sp>
        <p:nvSpPr>
          <p:cNvPr id="2753" name="PlaceHolder 3"/>
          <p:cNvSpPr>
            <a:spLocks noGrp="1"/>
          </p:cNvSpPr>
          <p:nvPr>
            <p:ph type="subTitle"/>
          </p:nvPr>
        </p:nvSpPr>
        <p:spPr>
          <a:xfrm>
            <a:off x="2348640" y="3084120"/>
            <a:ext cx="5100840" cy="1098900"/>
          </a:xfrm>
          <a:prstGeom prst="rect">
            <a:avLst/>
          </a:prstGeom>
          <a:noFill/>
          <a:ln w="0">
            <a:noFill/>
          </a:ln>
        </p:spPr>
        <p:txBody>
          <a:bodyPr lIns="91440" tIns="91440" rIns="91440" bIns="91440" anchor="t">
            <a:normAutofit fontScale="40000" lnSpcReduction="20000"/>
          </a:bodyPr>
          <a:lstStyle/>
          <a:p>
            <a:pPr indent="0" algn="ctr">
              <a:buNone/>
            </a:pPr>
            <a:r>
              <a:rPr lang="en-US" sz="4000" b="0" u="none" strike="noStrike" dirty="0">
                <a:solidFill>
                  <a:schemeClr val="lt1"/>
                </a:solidFill>
                <a:effectLst/>
                <a:uFillTx/>
                <a:latin typeface="PT Sans"/>
                <a:ea typeface="PT Sans"/>
              </a:rPr>
              <a:t>Carla Nemley</a:t>
            </a:r>
          </a:p>
          <a:p>
            <a:pPr indent="0" algn="ctr">
              <a:buNone/>
            </a:pPr>
            <a:r>
              <a:rPr lang="en-US" sz="4000" b="0" u="none" strike="noStrike" dirty="0">
                <a:solidFill>
                  <a:schemeClr val="lt1"/>
                </a:solidFill>
                <a:effectLst/>
                <a:uFillTx/>
                <a:latin typeface="PT Sans"/>
                <a:ea typeface="PT Sans"/>
              </a:rPr>
              <a:t>Southern New Hampshire University</a:t>
            </a:r>
          </a:p>
          <a:p>
            <a:pPr indent="0" algn="ctr">
              <a:buNone/>
            </a:pPr>
            <a:r>
              <a:rPr lang="en-US" sz="4000" b="0" u="none" strike="noStrike" dirty="0">
                <a:solidFill>
                  <a:schemeClr val="lt1"/>
                </a:solidFill>
                <a:effectLst/>
                <a:uFillTx/>
                <a:latin typeface="PT Sans"/>
                <a:ea typeface="PT Sans"/>
              </a:rPr>
              <a:t>CS-250 Software Development</a:t>
            </a:r>
          </a:p>
          <a:p>
            <a:pPr indent="0" algn="ctr">
              <a:buNone/>
            </a:pPr>
            <a:r>
              <a:rPr lang="en-US" sz="4000" b="0" u="none" strike="noStrike" dirty="0">
                <a:solidFill>
                  <a:schemeClr val="lt1"/>
                </a:solidFill>
                <a:effectLst/>
                <a:uFillTx/>
                <a:latin typeface="PT Sans"/>
                <a:ea typeface="PT Sans"/>
              </a:rPr>
              <a:t>Deron Dantzler</a:t>
            </a:r>
          </a:p>
          <a:p>
            <a:pPr indent="0" algn="ctr">
              <a:buNone/>
            </a:pPr>
            <a:r>
              <a:rPr lang="en-US" sz="4000" b="0" u="none" strike="noStrike" dirty="0">
                <a:solidFill>
                  <a:schemeClr val="lt1"/>
                </a:solidFill>
                <a:effectLst/>
                <a:uFillTx/>
                <a:latin typeface="PT Sans"/>
                <a:ea typeface="PT Sans"/>
              </a:rPr>
              <a:t>22 February 2026</a:t>
            </a:r>
          </a:p>
          <a:p>
            <a:pPr indent="0" algn="ctr">
              <a:buNone/>
            </a:pPr>
            <a:endParaRPr lang="en-US" sz="1800" b="0" u="none" strike="noStrike" dirty="0">
              <a:solidFill>
                <a:schemeClr val="lt1"/>
              </a:solidFill>
              <a:effectLst/>
              <a:uFillTx/>
              <a:latin typeface="PT Sans"/>
              <a:ea typeface="PT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8" name="PlaceHolder 1"/>
          <p:cNvSpPr>
            <a:spLocks noGrp="1"/>
          </p:cNvSpPr>
          <p:nvPr>
            <p:ph type="title"/>
          </p:nvPr>
        </p:nvSpPr>
        <p:spPr>
          <a:xfrm>
            <a:off x="1657440" y="1238400"/>
            <a:ext cx="5829120" cy="1171080"/>
          </a:xfrm>
          <a:prstGeom prst="rect">
            <a:avLst/>
          </a:prstGeom>
          <a:noFill/>
          <a:ln w="0">
            <a:noFill/>
          </a:ln>
          <a:effectLst>
            <a:outerShdw blurRad="142920" rotWithShape="0">
              <a:srgbClr val="8FFFFF">
                <a:alpha val="40000"/>
              </a:srgbClr>
            </a:outerShdw>
          </a:effectLst>
        </p:spPr>
        <p:txBody>
          <a:bodyPr lIns="91440" tIns="91440" rIns="91440" bIns="91440" anchor="b">
            <a:normAutofit/>
          </a:bodyPr>
          <a:lstStyle/>
          <a:p>
            <a:pPr indent="0" algn="ctr">
              <a:lnSpc>
                <a:spcPct val="100000"/>
              </a:lnSpc>
              <a:buNone/>
              <a:tabLst>
                <a:tab pos="0" algn="l"/>
              </a:tabLst>
            </a:pPr>
            <a:r>
              <a:rPr lang="en-US" sz="3200" b="1" u="none" strike="noStrike">
                <a:solidFill>
                  <a:schemeClr val="lt1"/>
                </a:solidFill>
                <a:effectLst/>
                <a:uFillTx/>
                <a:latin typeface="Exo"/>
                <a:ea typeface="Exo"/>
              </a:rPr>
              <a:t>Introduction </a:t>
            </a:r>
            <a:endParaRPr lang="fr-FR" sz="3200" b="0" u="none" strike="noStrike">
              <a:solidFill>
                <a:schemeClr val="dk1"/>
              </a:solidFill>
              <a:effectLst/>
              <a:uFillTx/>
              <a:latin typeface="Arial"/>
            </a:endParaRPr>
          </a:p>
        </p:txBody>
      </p:sp>
      <p:sp>
        <p:nvSpPr>
          <p:cNvPr id="2699" name="PlaceHolder 2"/>
          <p:cNvSpPr>
            <a:spLocks noGrp="1"/>
          </p:cNvSpPr>
          <p:nvPr>
            <p:ph type="subTitle"/>
          </p:nvPr>
        </p:nvSpPr>
        <p:spPr>
          <a:xfrm>
            <a:off x="1657440" y="2476440"/>
            <a:ext cx="5829120" cy="1418760"/>
          </a:xfrm>
          <a:prstGeom prst="rect">
            <a:avLst/>
          </a:prstGeom>
          <a:noFill/>
          <a:ln w="0">
            <a:noFill/>
          </a:ln>
        </p:spPr>
        <p:txBody>
          <a:bodyPr lIns="91440" tIns="91440" rIns="91440" bIns="91440" anchor="t">
            <a:normAutofit lnSpcReduction="9999"/>
          </a:bodyPr>
          <a:lstStyle/>
          <a:p>
            <a:pPr indent="0" algn="ctr">
              <a:lnSpc>
                <a:spcPct val="150000"/>
              </a:lnSpc>
              <a:buNone/>
              <a:tabLst>
                <a:tab pos="0" algn="l"/>
              </a:tabLst>
            </a:pPr>
            <a:r>
              <a:rPr lang="en-US" sz="1200" b="0" u="none" strike="noStrike">
                <a:solidFill>
                  <a:schemeClr val="lt1"/>
                </a:solidFill>
                <a:effectLst/>
                <a:uFillTx/>
                <a:latin typeface="PT Sans"/>
                <a:ea typeface="PT Sans"/>
              </a:rPr>
              <a:t>This presentation explores ChadaTech’s move to a </a:t>
            </a:r>
            <a:r>
              <a:rPr lang="en-US" sz="1200" b="0" i="1" u="none" strike="noStrike">
                <a:solidFill>
                  <a:schemeClr val="lt1"/>
                </a:solidFill>
                <a:effectLst/>
                <a:uFillTx/>
                <a:latin typeface="PT Sans"/>
                <a:ea typeface="PT Sans"/>
              </a:rPr>
              <a:t>Scrum-Agile</a:t>
            </a:r>
            <a:r>
              <a:rPr lang="en-US" sz="1200" b="0" u="none" strike="noStrike">
                <a:solidFill>
                  <a:schemeClr val="lt1"/>
                </a:solidFill>
                <a:effectLst/>
                <a:uFillTx/>
                <a:latin typeface="PT Sans"/>
                <a:ea typeface="PT Sans"/>
              </a:rPr>
              <a:t> methodology, focusing on adapting workflows to enhance flexibility, collaboration, and efficiency. We will provide an overview of Agile roles and the Software Development Lifecycle phases within this framework. Emphasis is placed on modern development practices that support continuous improvement and faster deliveries in a highly dynamic environment.</a:t>
            </a:r>
            <a:endParaRPr lang="en-US" sz="1200" b="0" u="none" strike="noStrike">
              <a:solidFill>
                <a:srgbClr val="FFFFFF"/>
              </a:solidFill>
              <a:effectLst/>
              <a:uFillTx/>
              <a:latin typeface="OpenSymbol"/>
            </a:endParaRPr>
          </a:p>
        </p:txBody>
      </p:sp>
      <p:grpSp>
        <p:nvGrpSpPr>
          <p:cNvPr id="2700" name="Google Shape;2859;p38"/>
          <p:cNvGrpSpPr/>
          <p:nvPr/>
        </p:nvGrpSpPr>
        <p:grpSpPr>
          <a:xfrm>
            <a:off x="4130280" y="4335480"/>
            <a:ext cx="883080" cy="241560"/>
            <a:chOff x="4130280" y="4335480"/>
            <a:chExt cx="883080" cy="241560"/>
          </a:xfrm>
        </p:grpSpPr>
        <p:sp>
          <p:nvSpPr>
            <p:cNvPr id="2701" name="Google Shape;2860;p38"/>
            <p:cNvSpPr/>
            <p:nvPr/>
          </p:nvSpPr>
          <p:spPr>
            <a:xfrm flipH="1">
              <a:off x="4861440" y="4335480"/>
              <a:ext cx="151920" cy="241560"/>
            </a:xfrm>
            <a:custGeom>
              <a:avLst/>
              <a:gdLst>
                <a:gd name="textAreaLeft" fmla="*/ 360 w 151920"/>
                <a:gd name="textAreaRight" fmla="*/ 15264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02" name="Google Shape;2861;p38"/>
            <p:cNvSpPr/>
            <p:nvPr/>
          </p:nvSpPr>
          <p:spPr>
            <a:xfrm flipH="1">
              <a:off x="4715280" y="433548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03" name="Google Shape;2862;p38"/>
            <p:cNvSpPr/>
            <p:nvPr/>
          </p:nvSpPr>
          <p:spPr>
            <a:xfrm flipH="1">
              <a:off x="4569120" y="433548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04" name="Google Shape;2863;p38"/>
            <p:cNvSpPr/>
            <p:nvPr/>
          </p:nvSpPr>
          <p:spPr>
            <a:xfrm flipH="1">
              <a:off x="4422960" y="433548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05" name="Google Shape;2864;p38"/>
            <p:cNvSpPr/>
            <p:nvPr/>
          </p:nvSpPr>
          <p:spPr>
            <a:xfrm flipH="1">
              <a:off x="4276440" y="433548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06" name="Google Shape;2865;p38"/>
            <p:cNvSpPr/>
            <p:nvPr/>
          </p:nvSpPr>
          <p:spPr>
            <a:xfrm flipH="1">
              <a:off x="4130280" y="433548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707" name="Google Shape;2866;p38"/>
          <p:cNvGrpSpPr/>
          <p:nvPr/>
        </p:nvGrpSpPr>
        <p:grpSpPr>
          <a:xfrm>
            <a:off x="6397920" y="1075320"/>
            <a:ext cx="1252440" cy="50760"/>
            <a:chOff x="6397920" y="1075320"/>
            <a:chExt cx="1252440" cy="50760"/>
          </a:xfrm>
        </p:grpSpPr>
        <p:sp>
          <p:nvSpPr>
            <p:cNvPr id="2708" name="Google Shape;2867;p38"/>
            <p:cNvSpPr/>
            <p:nvPr/>
          </p:nvSpPr>
          <p:spPr>
            <a:xfrm>
              <a:off x="6397920" y="107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09" name="Google Shape;2868;p38"/>
            <p:cNvSpPr/>
            <p:nvPr/>
          </p:nvSpPr>
          <p:spPr>
            <a:xfrm>
              <a:off x="6490440" y="107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0" name="Google Shape;2869;p38"/>
            <p:cNvSpPr/>
            <p:nvPr/>
          </p:nvSpPr>
          <p:spPr>
            <a:xfrm>
              <a:off x="6582960" y="107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1" name="Google Shape;2870;p38"/>
            <p:cNvSpPr/>
            <p:nvPr/>
          </p:nvSpPr>
          <p:spPr>
            <a:xfrm>
              <a:off x="6675120" y="107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2" name="Google Shape;2871;p38"/>
            <p:cNvSpPr/>
            <p:nvPr/>
          </p:nvSpPr>
          <p:spPr>
            <a:xfrm>
              <a:off x="6767640" y="107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3" name="Google Shape;2872;p38"/>
            <p:cNvSpPr/>
            <p:nvPr/>
          </p:nvSpPr>
          <p:spPr>
            <a:xfrm>
              <a:off x="6860160" y="107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4" name="Google Shape;2873;p38"/>
            <p:cNvSpPr/>
            <p:nvPr/>
          </p:nvSpPr>
          <p:spPr>
            <a:xfrm>
              <a:off x="6952680" y="107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5" name="Google Shape;2874;p38"/>
            <p:cNvSpPr/>
            <p:nvPr/>
          </p:nvSpPr>
          <p:spPr>
            <a:xfrm>
              <a:off x="7045200" y="107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6" name="Google Shape;2875;p38"/>
            <p:cNvSpPr/>
            <p:nvPr/>
          </p:nvSpPr>
          <p:spPr>
            <a:xfrm>
              <a:off x="7137720" y="107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7" name="Google Shape;2876;p38"/>
            <p:cNvSpPr/>
            <p:nvPr/>
          </p:nvSpPr>
          <p:spPr>
            <a:xfrm>
              <a:off x="7230240" y="107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8" name="Google Shape;2877;p38"/>
            <p:cNvSpPr/>
            <p:nvPr/>
          </p:nvSpPr>
          <p:spPr>
            <a:xfrm>
              <a:off x="7322400" y="107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9" name="Google Shape;2878;p38"/>
            <p:cNvSpPr/>
            <p:nvPr/>
          </p:nvSpPr>
          <p:spPr>
            <a:xfrm>
              <a:off x="7414920" y="107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20" name="Google Shape;2879;p38"/>
            <p:cNvSpPr/>
            <p:nvPr/>
          </p:nvSpPr>
          <p:spPr>
            <a:xfrm>
              <a:off x="7507440" y="107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21" name="Google Shape;2880;p38"/>
            <p:cNvSpPr/>
            <p:nvPr/>
          </p:nvSpPr>
          <p:spPr>
            <a:xfrm>
              <a:off x="7599600" y="10753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722" name="Google Shape;2881;p38"/>
          <p:cNvGrpSpPr/>
          <p:nvPr/>
        </p:nvGrpSpPr>
        <p:grpSpPr>
          <a:xfrm>
            <a:off x="7595280" y="4215600"/>
            <a:ext cx="552600" cy="98640"/>
            <a:chOff x="7595280" y="4215600"/>
            <a:chExt cx="552600" cy="98640"/>
          </a:xfrm>
        </p:grpSpPr>
        <p:sp>
          <p:nvSpPr>
            <p:cNvPr id="2723" name="Google Shape;2882;p38"/>
            <p:cNvSpPr/>
            <p:nvPr/>
          </p:nvSpPr>
          <p:spPr>
            <a:xfrm rot="5400000">
              <a:off x="8049240" y="421560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4" name="Google Shape;2883;p38"/>
            <p:cNvSpPr/>
            <p:nvPr/>
          </p:nvSpPr>
          <p:spPr>
            <a:xfrm rot="5400000">
              <a:off x="8075880" y="424260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25" name="Google Shape;2884;p38"/>
            <p:cNvSpPr/>
            <p:nvPr/>
          </p:nvSpPr>
          <p:spPr>
            <a:xfrm rot="5400000">
              <a:off x="7595280" y="42188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6" name="Google Shape;2885;p38"/>
            <p:cNvSpPr/>
            <p:nvPr/>
          </p:nvSpPr>
          <p:spPr>
            <a:xfrm rot="5400000">
              <a:off x="7619400" y="42426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27" name="Google Shape;2886;p38"/>
            <p:cNvSpPr/>
            <p:nvPr/>
          </p:nvSpPr>
          <p:spPr>
            <a:xfrm rot="5400000">
              <a:off x="7871400" y="407988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728" name="Google Shape;2887;p38"/>
          <p:cNvGrpSpPr/>
          <p:nvPr/>
        </p:nvGrpSpPr>
        <p:grpSpPr>
          <a:xfrm>
            <a:off x="1632240" y="4389480"/>
            <a:ext cx="1105560" cy="133560"/>
            <a:chOff x="1632240" y="4389480"/>
            <a:chExt cx="1105560" cy="133560"/>
          </a:xfrm>
        </p:grpSpPr>
        <p:grpSp>
          <p:nvGrpSpPr>
            <p:cNvPr id="2729" name="Google Shape;2888;p38"/>
            <p:cNvGrpSpPr/>
            <p:nvPr/>
          </p:nvGrpSpPr>
          <p:grpSpPr>
            <a:xfrm>
              <a:off x="1632240" y="4472280"/>
              <a:ext cx="882720" cy="50760"/>
              <a:chOff x="1632240" y="4472280"/>
              <a:chExt cx="882720" cy="50760"/>
            </a:xfrm>
          </p:grpSpPr>
          <p:sp>
            <p:nvSpPr>
              <p:cNvPr id="2730" name="Google Shape;2889;p38"/>
              <p:cNvSpPr/>
              <p:nvPr/>
            </p:nvSpPr>
            <p:spPr>
              <a:xfrm>
                <a:off x="1632240" y="447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1" name="Google Shape;2890;p38"/>
              <p:cNvSpPr/>
              <p:nvPr/>
            </p:nvSpPr>
            <p:spPr>
              <a:xfrm>
                <a:off x="1724400" y="447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2" name="Google Shape;2891;p38"/>
              <p:cNvSpPr/>
              <p:nvPr/>
            </p:nvSpPr>
            <p:spPr>
              <a:xfrm>
                <a:off x="1816920" y="447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3" name="Google Shape;2892;p38"/>
              <p:cNvSpPr/>
              <p:nvPr/>
            </p:nvSpPr>
            <p:spPr>
              <a:xfrm>
                <a:off x="1909440" y="447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4" name="Google Shape;2893;p38"/>
              <p:cNvSpPr/>
              <p:nvPr/>
            </p:nvSpPr>
            <p:spPr>
              <a:xfrm>
                <a:off x="2001960" y="447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5" name="Google Shape;2894;p38"/>
              <p:cNvSpPr/>
              <p:nvPr/>
            </p:nvSpPr>
            <p:spPr>
              <a:xfrm>
                <a:off x="2094480" y="447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6" name="Google Shape;2895;p38"/>
              <p:cNvSpPr/>
              <p:nvPr/>
            </p:nvSpPr>
            <p:spPr>
              <a:xfrm>
                <a:off x="2187000" y="447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7" name="Google Shape;2896;p38"/>
              <p:cNvSpPr/>
              <p:nvPr/>
            </p:nvSpPr>
            <p:spPr>
              <a:xfrm>
                <a:off x="2279520" y="447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8" name="Google Shape;2897;p38"/>
              <p:cNvSpPr/>
              <p:nvPr/>
            </p:nvSpPr>
            <p:spPr>
              <a:xfrm>
                <a:off x="2371680" y="447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9" name="Google Shape;2898;p38"/>
              <p:cNvSpPr/>
              <p:nvPr/>
            </p:nvSpPr>
            <p:spPr>
              <a:xfrm>
                <a:off x="2464200" y="44722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740" name="Google Shape;2899;p38"/>
            <p:cNvGrpSpPr/>
            <p:nvPr/>
          </p:nvGrpSpPr>
          <p:grpSpPr>
            <a:xfrm>
              <a:off x="1854720" y="4389480"/>
              <a:ext cx="883080" cy="50760"/>
              <a:chOff x="1854720" y="4389480"/>
              <a:chExt cx="883080" cy="50760"/>
            </a:xfrm>
          </p:grpSpPr>
          <p:sp>
            <p:nvSpPr>
              <p:cNvPr id="2741" name="Google Shape;2900;p38"/>
              <p:cNvSpPr/>
              <p:nvPr/>
            </p:nvSpPr>
            <p:spPr>
              <a:xfrm>
                <a:off x="1854720" y="4389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42" name="Google Shape;2901;p38"/>
              <p:cNvSpPr/>
              <p:nvPr/>
            </p:nvSpPr>
            <p:spPr>
              <a:xfrm>
                <a:off x="1947240" y="4389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43" name="Google Shape;2902;p38"/>
              <p:cNvSpPr/>
              <p:nvPr/>
            </p:nvSpPr>
            <p:spPr>
              <a:xfrm>
                <a:off x="2039760" y="4389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44" name="Google Shape;2903;p38"/>
              <p:cNvSpPr/>
              <p:nvPr/>
            </p:nvSpPr>
            <p:spPr>
              <a:xfrm>
                <a:off x="2132280" y="4389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45" name="Google Shape;2904;p38"/>
              <p:cNvSpPr/>
              <p:nvPr/>
            </p:nvSpPr>
            <p:spPr>
              <a:xfrm>
                <a:off x="2224800" y="4389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46" name="Google Shape;2905;p38"/>
              <p:cNvSpPr/>
              <p:nvPr/>
            </p:nvSpPr>
            <p:spPr>
              <a:xfrm>
                <a:off x="2317320" y="4389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47" name="Google Shape;2906;p38"/>
              <p:cNvSpPr/>
              <p:nvPr/>
            </p:nvSpPr>
            <p:spPr>
              <a:xfrm>
                <a:off x="2409480" y="4389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48" name="Google Shape;2907;p38"/>
              <p:cNvSpPr/>
              <p:nvPr/>
            </p:nvSpPr>
            <p:spPr>
              <a:xfrm>
                <a:off x="2502000" y="4389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49" name="Google Shape;2908;p38"/>
              <p:cNvSpPr/>
              <p:nvPr/>
            </p:nvSpPr>
            <p:spPr>
              <a:xfrm>
                <a:off x="2594520" y="4389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50" name="Google Shape;2909;p38"/>
              <p:cNvSpPr/>
              <p:nvPr/>
            </p:nvSpPr>
            <p:spPr>
              <a:xfrm>
                <a:off x="2687040" y="4389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1" name="PlaceHolder 1"/>
          <p:cNvSpPr>
            <a:spLocks noGrp="1"/>
          </p:cNvSpPr>
          <p:nvPr>
            <p:ph type="title"/>
          </p:nvPr>
        </p:nvSpPr>
        <p:spPr>
          <a:xfrm>
            <a:off x="714240" y="2314440"/>
            <a:ext cx="7581600" cy="837720"/>
          </a:xfrm>
          <a:prstGeom prst="rect">
            <a:avLst/>
          </a:prstGeom>
          <a:noFill/>
          <a:ln w="0">
            <a:noFill/>
          </a:ln>
          <a:effectLst>
            <a:outerShdw blurRad="142920" rotWithShape="0">
              <a:srgbClr val="8FFFFF">
                <a:alpha val="40000"/>
              </a:srgbClr>
            </a:outerShdw>
          </a:effectLst>
        </p:spPr>
        <p:txBody>
          <a:bodyPr lIns="91440" tIns="91440" rIns="91440" bIns="91440" anchor="ctr">
            <a:normAutofit/>
          </a:bodyPr>
          <a:lstStyle/>
          <a:p>
            <a:pPr indent="0" algn="r">
              <a:lnSpc>
                <a:spcPct val="100000"/>
              </a:lnSpc>
              <a:buNone/>
              <a:tabLst>
                <a:tab pos="0" algn="l"/>
              </a:tabLst>
            </a:pPr>
            <a:r>
              <a:rPr lang="en-US" sz="3500" b="1" u="none" strike="noStrike">
                <a:solidFill>
                  <a:schemeClr val="accent2"/>
                </a:solidFill>
                <a:effectLst/>
                <a:uFillTx/>
                <a:latin typeface="Exo"/>
                <a:ea typeface="Exo"/>
              </a:rPr>
              <a:t>Agile Transition </a:t>
            </a:r>
            <a:r>
              <a:rPr lang="en-US" sz="3500" b="1" u="none" strike="noStrike">
                <a:solidFill>
                  <a:schemeClr val="lt1"/>
                </a:solidFill>
                <a:effectLst/>
                <a:uFillTx/>
                <a:latin typeface="Exo"/>
                <a:ea typeface="Exo"/>
              </a:rPr>
              <a:t>Overview</a:t>
            </a:r>
            <a:endParaRPr lang="fr-FR" sz="3500" b="0" u="none" strike="noStrike">
              <a:solidFill>
                <a:schemeClr val="dk1"/>
              </a:solidFill>
              <a:effectLst/>
              <a:uFillTx/>
              <a:latin typeface="Arial"/>
            </a:endParaRPr>
          </a:p>
        </p:txBody>
      </p:sp>
      <p:sp>
        <p:nvSpPr>
          <p:cNvPr id="2752" name="PlaceHolder 2"/>
          <p:cNvSpPr>
            <a:spLocks noGrp="1"/>
          </p:cNvSpPr>
          <p:nvPr>
            <p:ph type="title"/>
          </p:nvPr>
        </p:nvSpPr>
        <p:spPr>
          <a:xfrm>
            <a:off x="5962680" y="-734400"/>
            <a:ext cx="2333160" cy="5059080"/>
          </a:xfrm>
          <a:prstGeom prst="rect">
            <a:avLst/>
          </a:prstGeom>
          <a:noFill/>
          <a:ln w="0">
            <a:noFill/>
          </a:ln>
          <a:effectLst>
            <a:outerShdw blurRad="57240" rotWithShape="0">
              <a:srgbClr val="8FFFFF"/>
            </a:outerShdw>
          </a:effectLst>
        </p:spPr>
        <p:txBody>
          <a:bodyPr lIns="91440" tIns="91440" rIns="91440" bIns="91440" anchor="ctr">
            <a:spAutoFit/>
          </a:bodyPr>
          <a:lstStyle/>
          <a:p>
            <a:pPr indent="0" algn="r">
              <a:lnSpc>
                <a:spcPct val="100000"/>
              </a:lnSpc>
              <a:buNone/>
              <a:tabLst>
                <a:tab pos="0" algn="l"/>
              </a:tabLst>
            </a:pPr>
            <a:r>
              <a:rPr lang="en-US" sz="8000" b="0" u="none" strike="noStrike">
                <a:solidFill>
                  <a:schemeClr val="accent2"/>
                </a:solidFill>
                <a:effectLst/>
                <a:uFillTx/>
                <a:latin typeface="Calibri"/>
                <a:ea typeface="Exo"/>
              </a:rPr>
              <a:t>01</a:t>
            </a:r>
            <a:endParaRPr lang="fr-FR" sz="8000" b="0" u="none" strike="noStrike">
              <a:solidFill>
                <a:schemeClr val="dk1"/>
              </a:solidFill>
              <a:effectLst/>
              <a:uFillTx/>
              <a:latin typeface="Arial"/>
            </a:endParaRPr>
          </a:p>
        </p:txBody>
      </p:sp>
      <p:grpSp>
        <p:nvGrpSpPr>
          <p:cNvPr id="2754" name="Google Shape;4148;p62"/>
          <p:cNvGrpSpPr/>
          <p:nvPr/>
        </p:nvGrpSpPr>
        <p:grpSpPr>
          <a:xfrm>
            <a:off x="5624640" y="4218840"/>
            <a:ext cx="882720" cy="241560"/>
            <a:chOff x="5624640" y="4218840"/>
            <a:chExt cx="882720" cy="241560"/>
          </a:xfrm>
        </p:grpSpPr>
        <p:sp>
          <p:nvSpPr>
            <p:cNvPr id="2755" name="Google Shape;4149;p62"/>
            <p:cNvSpPr/>
            <p:nvPr/>
          </p:nvSpPr>
          <p:spPr>
            <a:xfrm flipH="1">
              <a:off x="6355440" y="4218840"/>
              <a:ext cx="151920" cy="241560"/>
            </a:xfrm>
            <a:custGeom>
              <a:avLst/>
              <a:gdLst>
                <a:gd name="textAreaLeft" fmla="*/ 360 w 151920"/>
                <a:gd name="textAreaRight" fmla="*/ 15264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56" name="Google Shape;4150;p62"/>
            <p:cNvSpPr/>
            <p:nvPr/>
          </p:nvSpPr>
          <p:spPr>
            <a:xfrm flipH="1">
              <a:off x="6209280" y="421884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57" name="Google Shape;4151;p62"/>
            <p:cNvSpPr/>
            <p:nvPr/>
          </p:nvSpPr>
          <p:spPr>
            <a:xfrm flipH="1">
              <a:off x="6063120" y="421884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58" name="Google Shape;4152;p62"/>
            <p:cNvSpPr/>
            <p:nvPr/>
          </p:nvSpPr>
          <p:spPr>
            <a:xfrm flipH="1">
              <a:off x="5916960" y="421884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59" name="Google Shape;4153;p62"/>
            <p:cNvSpPr/>
            <p:nvPr/>
          </p:nvSpPr>
          <p:spPr>
            <a:xfrm flipH="1">
              <a:off x="5770800" y="421884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60" name="Google Shape;4154;p62"/>
            <p:cNvSpPr/>
            <p:nvPr/>
          </p:nvSpPr>
          <p:spPr>
            <a:xfrm flipH="1">
              <a:off x="5624640" y="421884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761" name="Google Shape;4155;p62"/>
          <p:cNvGrpSpPr/>
          <p:nvPr/>
        </p:nvGrpSpPr>
        <p:grpSpPr>
          <a:xfrm>
            <a:off x="2180520" y="1780200"/>
            <a:ext cx="552600" cy="98640"/>
            <a:chOff x="2180520" y="1780200"/>
            <a:chExt cx="552600" cy="98640"/>
          </a:xfrm>
        </p:grpSpPr>
        <p:sp>
          <p:nvSpPr>
            <p:cNvPr id="2762" name="Google Shape;4156;p62"/>
            <p:cNvSpPr/>
            <p:nvPr/>
          </p:nvSpPr>
          <p:spPr>
            <a:xfrm rot="5400000">
              <a:off x="2634480" y="178020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63" name="Google Shape;4157;p62"/>
            <p:cNvSpPr/>
            <p:nvPr/>
          </p:nvSpPr>
          <p:spPr>
            <a:xfrm rot="5400000">
              <a:off x="2660760" y="180684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64" name="Google Shape;4158;p62"/>
            <p:cNvSpPr/>
            <p:nvPr/>
          </p:nvSpPr>
          <p:spPr>
            <a:xfrm rot="5400000">
              <a:off x="2180520" y="178308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65" name="Google Shape;4159;p62"/>
            <p:cNvSpPr/>
            <p:nvPr/>
          </p:nvSpPr>
          <p:spPr>
            <a:xfrm rot="5400000">
              <a:off x="2204280" y="18072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66" name="Google Shape;4160;p62"/>
            <p:cNvSpPr/>
            <p:nvPr/>
          </p:nvSpPr>
          <p:spPr>
            <a:xfrm rot="5400000">
              <a:off x="2456280" y="164448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767" name="Google Shape;4161;p62"/>
          <p:cNvGrpSpPr/>
          <p:nvPr/>
        </p:nvGrpSpPr>
        <p:grpSpPr>
          <a:xfrm>
            <a:off x="1764720" y="3545640"/>
            <a:ext cx="1105920" cy="133560"/>
            <a:chOff x="1764720" y="3545640"/>
            <a:chExt cx="1105920" cy="133560"/>
          </a:xfrm>
        </p:grpSpPr>
        <p:grpSp>
          <p:nvGrpSpPr>
            <p:cNvPr id="2768" name="Google Shape;4162;p62"/>
            <p:cNvGrpSpPr/>
            <p:nvPr/>
          </p:nvGrpSpPr>
          <p:grpSpPr>
            <a:xfrm>
              <a:off x="1764720" y="3628440"/>
              <a:ext cx="883080" cy="50760"/>
              <a:chOff x="1764720" y="3628440"/>
              <a:chExt cx="883080" cy="50760"/>
            </a:xfrm>
          </p:grpSpPr>
          <p:sp>
            <p:nvSpPr>
              <p:cNvPr id="2769" name="Google Shape;4163;p62"/>
              <p:cNvSpPr/>
              <p:nvPr/>
            </p:nvSpPr>
            <p:spPr>
              <a:xfrm>
                <a:off x="1764720" y="3628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0" name="Google Shape;4164;p62"/>
              <p:cNvSpPr/>
              <p:nvPr/>
            </p:nvSpPr>
            <p:spPr>
              <a:xfrm>
                <a:off x="1857240" y="3628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1" name="Google Shape;4165;p62"/>
              <p:cNvSpPr/>
              <p:nvPr/>
            </p:nvSpPr>
            <p:spPr>
              <a:xfrm>
                <a:off x="1949760" y="3628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2" name="Google Shape;4166;p62"/>
              <p:cNvSpPr/>
              <p:nvPr/>
            </p:nvSpPr>
            <p:spPr>
              <a:xfrm>
                <a:off x="2042280" y="3628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3" name="Google Shape;4167;p62"/>
              <p:cNvSpPr/>
              <p:nvPr/>
            </p:nvSpPr>
            <p:spPr>
              <a:xfrm>
                <a:off x="2134800" y="3628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4" name="Google Shape;4168;p62"/>
              <p:cNvSpPr/>
              <p:nvPr/>
            </p:nvSpPr>
            <p:spPr>
              <a:xfrm>
                <a:off x="2226960" y="3628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5" name="Google Shape;4169;p62"/>
              <p:cNvSpPr/>
              <p:nvPr/>
            </p:nvSpPr>
            <p:spPr>
              <a:xfrm>
                <a:off x="2319480" y="3628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6" name="Google Shape;4170;p62"/>
              <p:cNvSpPr/>
              <p:nvPr/>
            </p:nvSpPr>
            <p:spPr>
              <a:xfrm>
                <a:off x="2412000" y="3628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7" name="Google Shape;4171;p62"/>
              <p:cNvSpPr/>
              <p:nvPr/>
            </p:nvSpPr>
            <p:spPr>
              <a:xfrm>
                <a:off x="2504520" y="3628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78" name="Google Shape;4172;p62"/>
              <p:cNvSpPr/>
              <p:nvPr/>
            </p:nvSpPr>
            <p:spPr>
              <a:xfrm>
                <a:off x="2597040" y="36284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779" name="Google Shape;4173;p62"/>
            <p:cNvGrpSpPr/>
            <p:nvPr/>
          </p:nvGrpSpPr>
          <p:grpSpPr>
            <a:xfrm>
              <a:off x="1987560" y="3545640"/>
              <a:ext cx="883080" cy="50760"/>
              <a:chOff x="1987560" y="3545640"/>
              <a:chExt cx="883080" cy="50760"/>
            </a:xfrm>
          </p:grpSpPr>
          <p:sp>
            <p:nvSpPr>
              <p:cNvPr id="2780" name="Google Shape;4174;p62"/>
              <p:cNvSpPr/>
              <p:nvPr/>
            </p:nvSpPr>
            <p:spPr>
              <a:xfrm>
                <a:off x="1987560" y="3545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1" name="Google Shape;4175;p62"/>
              <p:cNvSpPr/>
              <p:nvPr/>
            </p:nvSpPr>
            <p:spPr>
              <a:xfrm>
                <a:off x="2080080" y="3545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2" name="Google Shape;4176;p62"/>
              <p:cNvSpPr/>
              <p:nvPr/>
            </p:nvSpPr>
            <p:spPr>
              <a:xfrm>
                <a:off x="2172600" y="3545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3" name="Google Shape;4177;p62"/>
              <p:cNvSpPr/>
              <p:nvPr/>
            </p:nvSpPr>
            <p:spPr>
              <a:xfrm>
                <a:off x="2264760" y="3545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4" name="Google Shape;4178;p62"/>
              <p:cNvSpPr/>
              <p:nvPr/>
            </p:nvSpPr>
            <p:spPr>
              <a:xfrm>
                <a:off x="2357280" y="3545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5" name="Google Shape;4179;p62"/>
              <p:cNvSpPr/>
              <p:nvPr/>
            </p:nvSpPr>
            <p:spPr>
              <a:xfrm>
                <a:off x="2449800" y="3545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6" name="Google Shape;4180;p62"/>
              <p:cNvSpPr/>
              <p:nvPr/>
            </p:nvSpPr>
            <p:spPr>
              <a:xfrm>
                <a:off x="2542320" y="3545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7" name="Google Shape;4181;p62"/>
              <p:cNvSpPr/>
              <p:nvPr/>
            </p:nvSpPr>
            <p:spPr>
              <a:xfrm>
                <a:off x="2634840" y="3545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8" name="Google Shape;4182;p62"/>
              <p:cNvSpPr/>
              <p:nvPr/>
            </p:nvSpPr>
            <p:spPr>
              <a:xfrm>
                <a:off x="2727360" y="3545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89" name="Google Shape;4183;p62"/>
              <p:cNvSpPr/>
              <p:nvPr/>
            </p:nvSpPr>
            <p:spPr>
              <a:xfrm>
                <a:off x="2819880" y="3545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790" name="Google Shape;4184;p62"/>
          <p:cNvGrpSpPr/>
          <p:nvPr/>
        </p:nvGrpSpPr>
        <p:grpSpPr>
          <a:xfrm>
            <a:off x="3861720" y="1284120"/>
            <a:ext cx="882720" cy="241560"/>
            <a:chOff x="3861720" y="1284120"/>
            <a:chExt cx="882720" cy="241560"/>
          </a:xfrm>
        </p:grpSpPr>
        <p:sp>
          <p:nvSpPr>
            <p:cNvPr id="2791" name="Google Shape;4185;p62"/>
            <p:cNvSpPr/>
            <p:nvPr/>
          </p:nvSpPr>
          <p:spPr>
            <a:xfrm rot="10800000">
              <a:off x="4592520" y="128412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92" name="Google Shape;4186;p62"/>
            <p:cNvSpPr/>
            <p:nvPr/>
          </p:nvSpPr>
          <p:spPr>
            <a:xfrm rot="10800000">
              <a:off x="4446720" y="12841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93" name="Google Shape;4187;p62"/>
            <p:cNvSpPr/>
            <p:nvPr/>
          </p:nvSpPr>
          <p:spPr>
            <a:xfrm rot="10800000">
              <a:off x="4300200" y="12841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94" name="Google Shape;4188;p62"/>
            <p:cNvSpPr/>
            <p:nvPr/>
          </p:nvSpPr>
          <p:spPr>
            <a:xfrm rot="10800000">
              <a:off x="4154040" y="12841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95" name="Google Shape;4189;p62"/>
            <p:cNvSpPr/>
            <p:nvPr/>
          </p:nvSpPr>
          <p:spPr>
            <a:xfrm rot="10800000">
              <a:off x="4007880" y="12841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96" name="Google Shape;4190;p62"/>
            <p:cNvSpPr/>
            <p:nvPr/>
          </p:nvSpPr>
          <p:spPr>
            <a:xfrm rot="10800000">
              <a:off x="3861720" y="12841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797" name="Google Shape;4191;p62"/>
          <p:cNvGrpSpPr/>
          <p:nvPr/>
        </p:nvGrpSpPr>
        <p:grpSpPr>
          <a:xfrm>
            <a:off x="5301360" y="694800"/>
            <a:ext cx="552600" cy="98640"/>
            <a:chOff x="5301360" y="694800"/>
            <a:chExt cx="552600" cy="98640"/>
          </a:xfrm>
        </p:grpSpPr>
        <p:sp>
          <p:nvSpPr>
            <p:cNvPr id="2798" name="Google Shape;4192;p62"/>
            <p:cNvSpPr/>
            <p:nvPr/>
          </p:nvSpPr>
          <p:spPr>
            <a:xfrm rot="5400000">
              <a:off x="5755320" y="69480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99" name="Google Shape;4193;p62"/>
            <p:cNvSpPr/>
            <p:nvPr/>
          </p:nvSpPr>
          <p:spPr>
            <a:xfrm rot="5400000">
              <a:off x="5781960" y="72180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00" name="Google Shape;4194;p62"/>
            <p:cNvSpPr/>
            <p:nvPr/>
          </p:nvSpPr>
          <p:spPr>
            <a:xfrm rot="5400000">
              <a:off x="5301360" y="6980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01" name="Google Shape;4195;p62"/>
            <p:cNvSpPr/>
            <p:nvPr/>
          </p:nvSpPr>
          <p:spPr>
            <a:xfrm rot="5400000">
              <a:off x="5325120" y="72180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02" name="Google Shape;4196;p62"/>
            <p:cNvSpPr/>
            <p:nvPr/>
          </p:nvSpPr>
          <p:spPr>
            <a:xfrm rot="5400000">
              <a:off x="5577120" y="55944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3" name="Rectangle 2802"/>
          <p:cNvSpPr/>
          <p:nvPr/>
        </p:nvSpPr>
        <p:spPr>
          <a:xfrm>
            <a:off x="482629" y="297235"/>
            <a:ext cx="2905124" cy="605487"/>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800" b="1" u="none" strike="noStrike" dirty="0">
                <a:solidFill>
                  <a:schemeClr val="accent3"/>
                </a:solidFill>
                <a:effectLst/>
                <a:uFillTx/>
                <a:latin typeface="Exo"/>
              </a:rPr>
              <a:t>Scrum-Agile Roles </a:t>
            </a:r>
            <a:endParaRPr lang="en-US" sz="2800" b="0" u="none" strike="noStrike" dirty="0">
              <a:solidFill>
                <a:schemeClr val="accent3"/>
              </a:solidFill>
              <a:effectLst/>
              <a:uFillTx/>
              <a:latin typeface="OpenSymbol"/>
            </a:endParaRPr>
          </a:p>
        </p:txBody>
      </p:sp>
      <p:sp>
        <p:nvSpPr>
          <p:cNvPr id="2804" name="Rectangle 2803"/>
          <p:cNvSpPr/>
          <p:nvPr/>
        </p:nvSpPr>
        <p:spPr>
          <a:xfrm>
            <a:off x="6824262" y="1551574"/>
            <a:ext cx="1776908" cy="1864672"/>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defTabSz="914400">
              <a:tabLst>
                <a:tab pos="0" algn="l"/>
              </a:tabLst>
            </a:pPr>
            <a:r>
              <a:rPr lang="en-US" b="0" i="1" u="none" strike="noStrike" dirty="0">
                <a:solidFill>
                  <a:schemeClr val="lt1"/>
                </a:solidFill>
                <a:effectLst/>
                <a:uFillTx/>
                <a:latin typeface="PT Sans"/>
              </a:rPr>
              <a:t>Tester (QA)</a:t>
            </a:r>
            <a:r>
              <a:rPr lang="en-US" b="0" u="none" strike="noStrike" dirty="0">
                <a:solidFill>
                  <a:schemeClr val="lt1"/>
                </a:solidFill>
                <a:effectLst/>
                <a:uFillTx/>
                <a:latin typeface="PT Sans"/>
              </a:rPr>
              <a:t> </a:t>
            </a:r>
          </a:p>
          <a:p>
            <a:pPr algn="ctr" defTabSz="914400">
              <a:tabLst>
                <a:tab pos="0" algn="l"/>
              </a:tabLst>
            </a:pPr>
            <a:endParaRPr lang="en-US" b="0" u="none" strike="noStrike" dirty="0">
              <a:solidFill>
                <a:schemeClr val="lt1"/>
              </a:solidFill>
              <a:effectLst/>
              <a:uFillTx/>
              <a:latin typeface="PT Sans"/>
            </a:endParaRPr>
          </a:p>
          <a:p>
            <a:pPr algn="ctr" defTabSz="914400">
              <a:tabLst>
                <a:tab pos="0" algn="l"/>
              </a:tabLst>
            </a:pPr>
            <a:r>
              <a:rPr lang="en-US" sz="1600" b="0" u="none" strike="noStrike" dirty="0">
                <a:solidFill>
                  <a:schemeClr val="lt1"/>
                </a:solidFill>
                <a:effectLst/>
                <a:uFillTx/>
                <a:latin typeface="PT Sans"/>
              </a:rPr>
              <a:t>Ensures quality by validating functionality, identifying bugs, and verifying that acceptance criteria are met.</a:t>
            </a:r>
          </a:p>
          <a:p>
            <a:pPr defTabSz="914400">
              <a:tabLst>
                <a:tab pos="0" algn="l"/>
              </a:tabLst>
            </a:pPr>
            <a:endParaRPr lang="en-US" dirty="0">
              <a:solidFill>
                <a:schemeClr val="lt1"/>
              </a:solidFill>
              <a:latin typeface="PT Sans"/>
            </a:endParaRPr>
          </a:p>
        </p:txBody>
      </p:sp>
      <p:pic>
        <p:nvPicPr>
          <p:cNvPr id="5" name="Graphic 4" descr="Programmer male with solid fill">
            <a:extLst>
              <a:ext uri="{FF2B5EF4-FFF2-40B4-BE49-F238E27FC236}">
                <a16:creationId xmlns:a16="http://schemas.microsoft.com/office/drawing/2014/main" id="{86C11D12-2035-0C86-C802-371B3DFEE3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6100" y="854423"/>
            <a:ext cx="638585" cy="638585"/>
          </a:xfrm>
          <a:prstGeom prst="rect">
            <a:avLst/>
          </a:prstGeom>
        </p:spPr>
      </p:pic>
      <p:pic>
        <p:nvPicPr>
          <p:cNvPr id="7" name="Graphic 6" descr="Scientific Thought with solid fill">
            <a:extLst>
              <a:ext uri="{FF2B5EF4-FFF2-40B4-BE49-F238E27FC236}">
                <a16:creationId xmlns:a16="http://schemas.microsoft.com/office/drawing/2014/main" id="{52F7A067-1396-8FF5-4A60-6848D04B1FC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10516" y="902722"/>
            <a:ext cx="586414" cy="586414"/>
          </a:xfrm>
          <a:prstGeom prst="rect">
            <a:avLst/>
          </a:prstGeom>
        </p:spPr>
      </p:pic>
      <p:pic>
        <p:nvPicPr>
          <p:cNvPr id="9" name="Graphic 8" descr="Bug under magnifying glass with solid fill">
            <a:extLst>
              <a:ext uri="{FF2B5EF4-FFF2-40B4-BE49-F238E27FC236}">
                <a16:creationId xmlns:a16="http://schemas.microsoft.com/office/drawing/2014/main" id="{0444180B-3946-79CD-09E3-A9C062B5273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93424" y="912989"/>
            <a:ext cx="638585" cy="638585"/>
          </a:xfrm>
          <a:prstGeom prst="rect">
            <a:avLst/>
          </a:prstGeom>
        </p:spPr>
      </p:pic>
      <p:pic>
        <p:nvPicPr>
          <p:cNvPr id="11" name="Graphic 10" descr="Server with solid fill">
            <a:extLst>
              <a:ext uri="{FF2B5EF4-FFF2-40B4-BE49-F238E27FC236}">
                <a16:creationId xmlns:a16="http://schemas.microsoft.com/office/drawing/2014/main" id="{10C79737-891A-D7BE-7DAB-6CDB74F0C41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229408" y="873983"/>
            <a:ext cx="643892" cy="643892"/>
          </a:xfrm>
          <a:prstGeom prst="rect">
            <a:avLst/>
          </a:prstGeom>
        </p:spPr>
      </p:pic>
      <p:sp>
        <p:nvSpPr>
          <p:cNvPr id="12" name="Rectangle: Rounded Corners 11">
            <a:extLst>
              <a:ext uri="{FF2B5EF4-FFF2-40B4-BE49-F238E27FC236}">
                <a16:creationId xmlns:a16="http://schemas.microsoft.com/office/drawing/2014/main" id="{A3D0C161-59A8-0D8F-A709-E67DD3BB1B3E}"/>
              </a:ext>
            </a:extLst>
          </p:cNvPr>
          <p:cNvSpPr/>
          <p:nvPr/>
        </p:nvSpPr>
        <p:spPr>
          <a:xfrm>
            <a:off x="542829" y="818746"/>
            <a:ext cx="1900980" cy="359576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04307C00-16A4-6DBB-B78C-F1140520ADE7}"/>
              </a:ext>
            </a:extLst>
          </p:cNvPr>
          <p:cNvSpPr/>
          <p:nvPr/>
        </p:nvSpPr>
        <p:spPr>
          <a:xfrm>
            <a:off x="2600864" y="810213"/>
            <a:ext cx="1900980" cy="359576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0C8ABB42-1A5C-681E-AB67-996D818CBFF5}"/>
              </a:ext>
            </a:extLst>
          </p:cNvPr>
          <p:cNvSpPr/>
          <p:nvPr/>
        </p:nvSpPr>
        <p:spPr>
          <a:xfrm>
            <a:off x="4658855" y="818746"/>
            <a:ext cx="1900980" cy="359576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B4D54DE5-CE8D-764A-EBD1-3D3D42539DCA}"/>
              </a:ext>
            </a:extLst>
          </p:cNvPr>
          <p:cNvSpPr/>
          <p:nvPr/>
        </p:nvSpPr>
        <p:spPr>
          <a:xfrm>
            <a:off x="6716846" y="810213"/>
            <a:ext cx="1900980" cy="359576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CB183E2-3A82-BE9F-EA04-8AEA8416A370}"/>
              </a:ext>
            </a:extLst>
          </p:cNvPr>
          <p:cNvSpPr txBox="1"/>
          <p:nvPr/>
        </p:nvSpPr>
        <p:spPr>
          <a:xfrm>
            <a:off x="659048" y="1489136"/>
            <a:ext cx="1689350" cy="2862322"/>
          </a:xfrm>
          <a:prstGeom prst="rect">
            <a:avLst/>
          </a:prstGeom>
          <a:noFill/>
        </p:spPr>
        <p:txBody>
          <a:bodyPr wrap="square" rtlCol="0">
            <a:spAutoFit/>
          </a:bodyPr>
          <a:lstStyle/>
          <a:p>
            <a:pPr algn="ctr"/>
            <a:r>
              <a:rPr lang="en-US" i="1" dirty="0">
                <a:solidFill>
                  <a:schemeClr val="lt1"/>
                </a:solidFill>
                <a:latin typeface="PT Sans"/>
              </a:rPr>
              <a:t>Scrum Master</a:t>
            </a:r>
          </a:p>
          <a:p>
            <a:pPr algn="ctr"/>
            <a:endParaRPr lang="en-US" i="1" dirty="0">
              <a:solidFill>
                <a:schemeClr val="lt1"/>
              </a:solidFill>
              <a:latin typeface="PT Sans"/>
            </a:endParaRPr>
          </a:p>
          <a:p>
            <a:pPr algn="ctr"/>
            <a:r>
              <a:rPr lang="en-US" sz="1600" dirty="0">
                <a:solidFill>
                  <a:schemeClr val="lt1"/>
                </a:solidFill>
                <a:latin typeface="PT Sans"/>
              </a:rPr>
              <a:t>Removes impediments, coaches the team on Agile practices, and ensures the Scrum process is followed effectively.</a:t>
            </a:r>
          </a:p>
        </p:txBody>
      </p:sp>
      <p:sp>
        <p:nvSpPr>
          <p:cNvPr id="19" name="TextBox 18">
            <a:extLst>
              <a:ext uri="{FF2B5EF4-FFF2-40B4-BE49-F238E27FC236}">
                <a16:creationId xmlns:a16="http://schemas.microsoft.com/office/drawing/2014/main" id="{868AF580-EE21-87F5-7C46-1AC595E4F8C6}"/>
              </a:ext>
            </a:extLst>
          </p:cNvPr>
          <p:cNvSpPr txBox="1"/>
          <p:nvPr/>
        </p:nvSpPr>
        <p:spPr>
          <a:xfrm>
            <a:off x="2687517" y="1489136"/>
            <a:ext cx="1689350" cy="2616101"/>
          </a:xfrm>
          <a:prstGeom prst="rect">
            <a:avLst/>
          </a:prstGeom>
          <a:noFill/>
        </p:spPr>
        <p:txBody>
          <a:bodyPr wrap="square" rtlCol="0">
            <a:spAutoFit/>
          </a:bodyPr>
          <a:lstStyle/>
          <a:p>
            <a:pPr algn="ctr">
              <a:tabLst>
                <a:tab pos="0" algn="l"/>
              </a:tabLst>
            </a:pPr>
            <a:r>
              <a:rPr lang="en-US" i="1" dirty="0">
                <a:solidFill>
                  <a:schemeClr val="lt1"/>
                </a:solidFill>
                <a:latin typeface="PT Sans"/>
              </a:rPr>
              <a:t>Product Owner</a:t>
            </a:r>
          </a:p>
          <a:p>
            <a:pPr algn="ctr">
              <a:tabLst>
                <a:tab pos="0" algn="l"/>
              </a:tabLst>
            </a:pPr>
            <a:endParaRPr lang="en-US" i="1" dirty="0">
              <a:solidFill>
                <a:schemeClr val="lt1"/>
              </a:solidFill>
              <a:latin typeface="PT Sans"/>
            </a:endParaRPr>
          </a:p>
          <a:p>
            <a:pPr algn="ctr">
              <a:tabLst>
                <a:tab pos="0" algn="l"/>
              </a:tabLst>
            </a:pPr>
            <a:r>
              <a:rPr lang="en-US" sz="1600" dirty="0">
                <a:solidFill>
                  <a:schemeClr val="lt1"/>
                </a:solidFill>
                <a:latin typeface="PT Sans"/>
              </a:rPr>
              <a:t>Defines user stories, manages the product backlog, and maximizes the value of the of the product delivered.</a:t>
            </a:r>
          </a:p>
        </p:txBody>
      </p:sp>
      <p:sp>
        <p:nvSpPr>
          <p:cNvPr id="20" name="TextBox 19">
            <a:extLst>
              <a:ext uri="{FF2B5EF4-FFF2-40B4-BE49-F238E27FC236}">
                <a16:creationId xmlns:a16="http://schemas.microsoft.com/office/drawing/2014/main" id="{D7863673-41DD-3651-B0A4-647ADE792CD6}"/>
              </a:ext>
            </a:extLst>
          </p:cNvPr>
          <p:cNvSpPr txBox="1"/>
          <p:nvPr/>
        </p:nvSpPr>
        <p:spPr>
          <a:xfrm>
            <a:off x="4759900" y="1528685"/>
            <a:ext cx="1698890" cy="2369880"/>
          </a:xfrm>
          <a:prstGeom prst="rect">
            <a:avLst/>
          </a:prstGeom>
          <a:noFill/>
        </p:spPr>
        <p:txBody>
          <a:bodyPr wrap="square" rtlCol="0">
            <a:spAutoFit/>
          </a:bodyPr>
          <a:lstStyle/>
          <a:p>
            <a:pPr algn="ctr">
              <a:tabLst>
                <a:tab pos="0" algn="l"/>
              </a:tabLst>
            </a:pPr>
            <a:r>
              <a:rPr lang="en-US" i="1" dirty="0">
                <a:solidFill>
                  <a:schemeClr val="lt1"/>
                </a:solidFill>
                <a:latin typeface="PT Sans"/>
              </a:rPr>
              <a:t>Developers</a:t>
            </a:r>
          </a:p>
          <a:p>
            <a:pPr algn="ctr">
              <a:tabLst>
                <a:tab pos="0" algn="l"/>
              </a:tabLst>
            </a:pPr>
            <a:endParaRPr lang="en-US" i="1" dirty="0">
              <a:solidFill>
                <a:schemeClr val="lt1"/>
              </a:solidFill>
              <a:latin typeface="PT Sans"/>
            </a:endParaRPr>
          </a:p>
          <a:p>
            <a:pPr algn="ctr">
              <a:tabLst>
                <a:tab pos="0" algn="l"/>
              </a:tabLst>
            </a:pPr>
            <a:r>
              <a:rPr lang="en-US" sz="1600" dirty="0">
                <a:solidFill>
                  <a:schemeClr val="lt1"/>
                </a:solidFill>
                <a:latin typeface="PT Sans"/>
              </a:rPr>
              <a:t>Cross-functional team members who design, build, and integrate features during each sprint.</a:t>
            </a:r>
          </a:p>
        </p:txBody>
      </p:sp>
      <p:sp>
        <p:nvSpPr>
          <p:cNvPr id="22" name="TextBox 21">
            <a:extLst>
              <a:ext uri="{FF2B5EF4-FFF2-40B4-BE49-F238E27FC236}">
                <a16:creationId xmlns:a16="http://schemas.microsoft.com/office/drawing/2014/main" id="{513ABBA1-FABC-4B70-7B99-F3654117A1EC}"/>
              </a:ext>
            </a:extLst>
          </p:cNvPr>
          <p:cNvSpPr txBox="1"/>
          <p:nvPr/>
        </p:nvSpPr>
        <p:spPr>
          <a:xfrm>
            <a:off x="542829" y="4514668"/>
            <a:ext cx="8074997" cy="584775"/>
          </a:xfrm>
          <a:prstGeom prst="rect">
            <a:avLst/>
          </a:prstGeom>
          <a:noFill/>
        </p:spPr>
        <p:txBody>
          <a:bodyPr wrap="square">
            <a:spAutoFit/>
          </a:bodyPr>
          <a:lstStyle/>
          <a:p>
            <a:pPr algn="ctr" defTabSz="914400">
              <a:tabLst>
                <a:tab pos="0" algn="l"/>
              </a:tabLst>
            </a:pPr>
            <a:r>
              <a:rPr lang="en-US" sz="1600" b="1" u="none" strike="noStrike" dirty="0">
                <a:solidFill>
                  <a:schemeClr val="lt1"/>
                </a:solidFill>
                <a:effectLst/>
                <a:uFillTx/>
                <a:latin typeface="PT Sans"/>
              </a:rPr>
              <a:t>Each role collaborates to ensure </a:t>
            </a:r>
            <a:r>
              <a:rPr lang="en-US" sz="1600" b="1" i="1" u="none" strike="noStrike" dirty="0">
                <a:solidFill>
                  <a:schemeClr val="lt1"/>
                </a:solidFill>
                <a:effectLst/>
                <a:uFillTx/>
                <a:latin typeface="PT Sans"/>
              </a:rPr>
              <a:t>transparent communication</a:t>
            </a:r>
            <a:r>
              <a:rPr lang="en-US" sz="1600" b="1" u="none" strike="noStrike" dirty="0">
                <a:solidFill>
                  <a:schemeClr val="lt1"/>
                </a:solidFill>
                <a:effectLst/>
                <a:uFillTx/>
                <a:latin typeface="PT Sans"/>
              </a:rPr>
              <a:t> and rapid adaptation throughout the sprint cycle.</a:t>
            </a:r>
            <a:endParaRPr lang="en-US" sz="1600" b="1" u="none" strike="noStrike" dirty="0">
              <a:solidFill>
                <a:srgbClr val="FFFFFF"/>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 name="Rectangle 2804"/>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800" b="1" u="none" strike="noStrike">
                <a:solidFill>
                  <a:schemeClr val="lt1"/>
                </a:solidFill>
                <a:effectLst/>
                <a:uFillTx/>
                <a:latin typeface="Exo"/>
              </a:rPr>
              <a:t>SDLC Phases in </a:t>
            </a:r>
            <a:r>
              <a:rPr lang="en-US" sz="2800" b="1" u="none" strike="noStrike">
                <a:solidFill>
                  <a:schemeClr val="accent2"/>
                </a:solidFill>
                <a:effectLst/>
                <a:uFillTx/>
                <a:latin typeface="Exo"/>
              </a:rPr>
              <a:t>Agile</a:t>
            </a:r>
            <a:endParaRPr lang="en-US" sz="2800" b="0" u="none" strike="noStrike">
              <a:solidFill>
                <a:srgbClr val="FFFFFF"/>
              </a:solidFill>
              <a:effectLst/>
              <a:uFillTx/>
              <a:latin typeface="OpenSymbol"/>
            </a:endParaRPr>
          </a:p>
        </p:txBody>
      </p:sp>
      <p:sp>
        <p:nvSpPr>
          <p:cNvPr id="2806" name="Rectangle 2805"/>
          <p:cNvSpPr/>
          <p:nvPr/>
        </p:nvSpPr>
        <p:spPr>
          <a:xfrm>
            <a:off x="704168" y="995629"/>
            <a:ext cx="8042689" cy="1421626"/>
          </a:xfrm>
          <a:prstGeom prst="rect">
            <a:avLst/>
          </a:prstGeom>
          <a:noFill/>
          <a:ln w="0">
            <a:noFill/>
          </a:ln>
        </p:spPr>
        <p:style>
          <a:lnRef idx="0">
            <a:scrgbClr r="0" g="0" b="0"/>
          </a:lnRef>
          <a:fillRef idx="0">
            <a:scrgbClr r="0" g="0" b="0"/>
          </a:fillRef>
          <a:effectRef idx="0">
            <a:scrgbClr r="0" g="0" b="0"/>
          </a:effectRef>
          <a:fontRef idx="minor"/>
        </p:style>
        <p:txBody>
          <a:bodyPr anchor="t">
            <a:normAutofit lnSpcReduction="10000"/>
          </a:bodyPr>
          <a:lstStyle/>
          <a:p>
            <a:pPr defTabSz="914400">
              <a:lnSpc>
                <a:spcPct val="150000"/>
              </a:lnSpc>
              <a:tabLst>
                <a:tab pos="0" algn="l"/>
              </a:tabLst>
            </a:pPr>
            <a:r>
              <a:rPr lang="en-US" sz="1200" b="0" u="none" strike="noStrike" dirty="0">
                <a:solidFill>
                  <a:schemeClr val="lt1"/>
                </a:solidFill>
                <a:effectLst/>
                <a:uFillTx/>
                <a:latin typeface="PT Sans"/>
              </a:rPr>
              <a:t>Agile redefines the SDLC by evolving requirements into </a:t>
            </a:r>
            <a:r>
              <a:rPr lang="en-US" sz="1200" b="0" i="1" u="none" strike="noStrike" dirty="0">
                <a:solidFill>
                  <a:schemeClr val="lt1"/>
                </a:solidFill>
                <a:effectLst/>
                <a:uFillTx/>
                <a:latin typeface="PT Sans"/>
              </a:rPr>
              <a:t>user stories</a:t>
            </a:r>
            <a:r>
              <a:rPr lang="en-US" sz="1200" b="0" u="none" strike="noStrike" dirty="0">
                <a:solidFill>
                  <a:schemeClr val="lt1"/>
                </a:solidFill>
                <a:effectLst/>
                <a:uFillTx/>
                <a:latin typeface="PT Sans"/>
              </a:rPr>
              <a:t> that adapt over time. Development happens incrementally, with design and implementation closely integrated. Continuous testing ensures quality at every step, while frequent deployments provide quick user feedback. Regular retrospectives help teams refine processes and improve outcomes, embracing change rather than resisting it. This dynamic approach supports </a:t>
            </a:r>
            <a:r>
              <a:rPr lang="en-US" sz="1200" b="0" i="1" u="none" strike="noStrike" dirty="0">
                <a:solidFill>
                  <a:schemeClr val="lt1"/>
                </a:solidFill>
                <a:effectLst/>
                <a:uFillTx/>
                <a:latin typeface="PT Sans"/>
              </a:rPr>
              <a:t>iterative delivery</a:t>
            </a:r>
            <a:r>
              <a:rPr lang="en-US" sz="1200" b="0" u="none" strike="noStrike" dirty="0">
                <a:solidFill>
                  <a:schemeClr val="lt1"/>
                </a:solidFill>
                <a:effectLst/>
                <a:uFillTx/>
                <a:latin typeface="PT Sans"/>
              </a:rPr>
              <a:t> and ongoing improvement.</a:t>
            </a:r>
            <a:endParaRPr lang="en-US" sz="1200" b="0" u="none" strike="noStrike" dirty="0">
              <a:solidFill>
                <a:srgbClr val="FFFFFF"/>
              </a:solidFill>
              <a:effectLst/>
              <a:uFillTx/>
              <a:latin typeface="OpenSymbol"/>
            </a:endParaRPr>
          </a:p>
        </p:txBody>
      </p:sp>
      <p:pic>
        <p:nvPicPr>
          <p:cNvPr id="3" name="Graphic 2" descr="Rocket with solid fill">
            <a:extLst>
              <a:ext uri="{FF2B5EF4-FFF2-40B4-BE49-F238E27FC236}">
                <a16:creationId xmlns:a16="http://schemas.microsoft.com/office/drawing/2014/main" id="{629B1478-73A0-20C8-9A96-C6196B999C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12869" y="2708729"/>
            <a:ext cx="346401" cy="346401"/>
          </a:xfrm>
          <a:prstGeom prst="rect">
            <a:avLst/>
          </a:prstGeom>
        </p:spPr>
      </p:pic>
      <p:pic>
        <p:nvPicPr>
          <p:cNvPr id="5" name="Graphic 4" descr="Test tubes with solid fill">
            <a:extLst>
              <a:ext uri="{FF2B5EF4-FFF2-40B4-BE49-F238E27FC236}">
                <a16:creationId xmlns:a16="http://schemas.microsoft.com/office/drawing/2014/main" id="{D55761E8-B993-56CA-177E-392824E2252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39632" y="2725256"/>
            <a:ext cx="313345" cy="313345"/>
          </a:xfrm>
          <a:prstGeom prst="rect">
            <a:avLst/>
          </a:prstGeom>
        </p:spPr>
      </p:pic>
      <p:pic>
        <p:nvPicPr>
          <p:cNvPr id="9" name="Graphic 8" descr="Remote learning science with solid fill">
            <a:extLst>
              <a:ext uri="{FF2B5EF4-FFF2-40B4-BE49-F238E27FC236}">
                <a16:creationId xmlns:a16="http://schemas.microsoft.com/office/drawing/2014/main" id="{40C31535-710A-DAE1-5297-45301863CFE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54914" y="2708729"/>
            <a:ext cx="371388" cy="371388"/>
          </a:xfrm>
          <a:prstGeom prst="rect">
            <a:avLst/>
          </a:prstGeom>
        </p:spPr>
      </p:pic>
      <p:sp>
        <p:nvSpPr>
          <p:cNvPr id="12" name="Rectangle: Rounded Corners 11">
            <a:extLst>
              <a:ext uri="{FF2B5EF4-FFF2-40B4-BE49-F238E27FC236}">
                <a16:creationId xmlns:a16="http://schemas.microsoft.com/office/drawing/2014/main" id="{D02A3720-A163-816E-E428-E6239CA5DDFC}"/>
              </a:ext>
            </a:extLst>
          </p:cNvPr>
          <p:cNvSpPr/>
          <p:nvPr/>
        </p:nvSpPr>
        <p:spPr>
          <a:xfrm>
            <a:off x="491732" y="2620690"/>
            <a:ext cx="1377329" cy="142162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noFill/>
            </a:endParaRPr>
          </a:p>
        </p:txBody>
      </p:sp>
      <p:sp>
        <p:nvSpPr>
          <p:cNvPr id="13" name="Rectangle: Rounded Corners 12">
            <a:extLst>
              <a:ext uri="{FF2B5EF4-FFF2-40B4-BE49-F238E27FC236}">
                <a16:creationId xmlns:a16="http://schemas.microsoft.com/office/drawing/2014/main" id="{E818AB23-DAA4-ABD8-BBDD-FCA318559AC4}"/>
              </a:ext>
            </a:extLst>
          </p:cNvPr>
          <p:cNvSpPr/>
          <p:nvPr/>
        </p:nvSpPr>
        <p:spPr>
          <a:xfrm>
            <a:off x="2159546" y="2620690"/>
            <a:ext cx="1377329" cy="142162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noFill/>
            </a:endParaRPr>
          </a:p>
        </p:txBody>
      </p:sp>
      <p:sp>
        <p:nvSpPr>
          <p:cNvPr id="14" name="Rectangle: Rounded Corners 13">
            <a:extLst>
              <a:ext uri="{FF2B5EF4-FFF2-40B4-BE49-F238E27FC236}">
                <a16:creationId xmlns:a16="http://schemas.microsoft.com/office/drawing/2014/main" id="{3D4D870E-B870-4FC1-7230-5CA55A1EBFF1}"/>
              </a:ext>
            </a:extLst>
          </p:cNvPr>
          <p:cNvSpPr/>
          <p:nvPr/>
        </p:nvSpPr>
        <p:spPr>
          <a:xfrm>
            <a:off x="3820212" y="2620690"/>
            <a:ext cx="1377329" cy="142162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noFill/>
            </a:endParaRPr>
          </a:p>
        </p:txBody>
      </p:sp>
      <p:sp>
        <p:nvSpPr>
          <p:cNvPr id="16" name="Rectangle: Rounded Corners 15">
            <a:extLst>
              <a:ext uri="{FF2B5EF4-FFF2-40B4-BE49-F238E27FC236}">
                <a16:creationId xmlns:a16="http://schemas.microsoft.com/office/drawing/2014/main" id="{7350E13B-AE38-627F-D74F-9DA44EE28266}"/>
              </a:ext>
            </a:extLst>
          </p:cNvPr>
          <p:cNvSpPr/>
          <p:nvPr/>
        </p:nvSpPr>
        <p:spPr>
          <a:xfrm>
            <a:off x="5480878" y="2620690"/>
            <a:ext cx="1377329" cy="142162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noFill/>
            </a:endParaRPr>
          </a:p>
        </p:txBody>
      </p:sp>
      <p:sp>
        <p:nvSpPr>
          <p:cNvPr id="17" name="Rectangle: Rounded Corners 16">
            <a:extLst>
              <a:ext uri="{FF2B5EF4-FFF2-40B4-BE49-F238E27FC236}">
                <a16:creationId xmlns:a16="http://schemas.microsoft.com/office/drawing/2014/main" id="{362455A2-2FBB-CF74-B4AB-3F612A345B16}"/>
              </a:ext>
            </a:extLst>
          </p:cNvPr>
          <p:cNvSpPr/>
          <p:nvPr/>
        </p:nvSpPr>
        <p:spPr>
          <a:xfrm>
            <a:off x="7141544" y="2620690"/>
            <a:ext cx="1377329" cy="1421626"/>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noFill/>
            </a:endParaRPr>
          </a:p>
        </p:txBody>
      </p:sp>
      <p:pic>
        <p:nvPicPr>
          <p:cNvPr id="19" name="Graphic 18" descr="Arrow circle with solid fill">
            <a:extLst>
              <a:ext uri="{FF2B5EF4-FFF2-40B4-BE49-F238E27FC236}">
                <a16:creationId xmlns:a16="http://schemas.microsoft.com/office/drawing/2014/main" id="{DF25E12E-A115-E91C-736B-7164C05A9D4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19108" y="2679930"/>
            <a:ext cx="422199" cy="422199"/>
          </a:xfrm>
          <a:prstGeom prst="rect">
            <a:avLst/>
          </a:prstGeom>
        </p:spPr>
      </p:pic>
      <p:pic>
        <p:nvPicPr>
          <p:cNvPr id="21" name="Graphic 20" descr="Blog with solid fill">
            <a:extLst>
              <a:ext uri="{FF2B5EF4-FFF2-40B4-BE49-F238E27FC236}">
                <a16:creationId xmlns:a16="http://schemas.microsoft.com/office/drawing/2014/main" id="{F4378FD8-8B2D-700D-0A26-FFBCD718BDD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02452" y="2687357"/>
            <a:ext cx="367773" cy="367773"/>
          </a:xfrm>
          <a:prstGeom prst="rect">
            <a:avLst/>
          </a:prstGeom>
        </p:spPr>
      </p:pic>
      <p:sp>
        <p:nvSpPr>
          <p:cNvPr id="24" name="TextBox 23">
            <a:extLst>
              <a:ext uri="{FF2B5EF4-FFF2-40B4-BE49-F238E27FC236}">
                <a16:creationId xmlns:a16="http://schemas.microsoft.com/office/drawing/2014/main" id="{E6DE2965-09B0-39A5-732F-BD4015C3A2DF}"/>
              </a:ext>
            </a:extLst>
          </p:cNvPr>
          <p:cNvSpPr txBox="1"/>
          <p:nvPr/>
        </p:nvSpPr>
        <p:spPr>
          <a:xfrm>
            <a:off x="508523" y="3121797"/>
            <a:ext cx="1363467" cy="307777"/>
          </a:xfrm>
          <a:prstGeom prst="rect">
            <a:avLst/>
          </a:prstGeom>
          <a:noFill/>
        </p:spPr>
        <p:txBody>
          <a:bodyPr wrap="square" rtlCol="0">
            <a:spAutoFit/>
          </a:bodyPr>
          <a:lstStyle/>
          <a:p>
            <a:r>
              <a:rPr lang="en-US" sz="1400" b="1"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Requirements</a:t>
            </a:r>
          </a:p>
        </p:txBody>
      </p:sp>
      <p:sp>
        <p:nvSpPr>
          <p:cNvPr id="25" name="TextBox 24">
            <a:extLst>
              <a:ext uri="{FF2B5EF4-FFF2-40B4-BE49-F238E27FC236}">
                <a16:creationId xmlns:a16="http://schemas.microsoft.com/office/drawing/2014/main" id="{A2D9D502-5E75-1479-D2BD-E0F6143C77A2}"/>
              </a:ext>
            </a:extLst>
          </p:cNvPr>
          <p:cNvSpPr txBox="1"/>
          <p:nvPr/>
        </p:nvSpPr>
        <p:spPr>
          <a:xfrm>
            <a:off x="2183269" y="3121795"/>
            <a:ext cx="1323319" cy="307777"/>
          </a:xfrm>
          <a:prstGeom prst="rect">
            <a:avLst/>
          </a:prstGeom>
          <a:noFill/>
        </p:spPr>
        <p:txBody>
          <a:bodyPr wrap="square" rtlCol="0">
            <a:spAutoFit/>
          </a:bodyPr>
          <a:lstStyle/>
          <a:p>
            <a:r>
              <a:rPr lang="en-US" sz="1400" b="1"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Design &amp; Dev</a:t>
            </a:r>
          </a:p>
        </p:txBody>
      </p:sp>
      <p:sp>
        <p:nvSpPr>
          <p:cNvPr id="26" name="TextBox 25">
            <a:extLst>
              <a:ext uri="{FF2B5EF4-FFF2-40B4-BE49-F238E27FC236}">
                <a16:creationId xmlns:a16="http://schemas.microsoft.com/office/drawing/2014/main" id="{A09F8F87-FB46-AD8E-B93C-6E046A96D929}"/>
              </a:ext>
            </a:extLst>
          </p:cNvPr>
          <p:cNvSpPr txBox="1"/>
          <p:nvPr/>
        </p:nvSpPr>
        <p:spPr>
          <a:xfrm>
            <a:off x="4066291" y="3121796"/>
            <a:ext cx="962879" cy="307777"/>
          </a:xfrm>
          <a:prstGeom prst="rect">
            <a:avLst/>
          </a:prstGeom>
          <a:noFill/>
        </p:spPr>
        <p:txBody>
          <a:bodyPr wrap="square" rtlCol="0">
            <a:spAutoFit/>
          </a:bodyPr>
          <a:lstStyle/>
          <a:p>
            <a:r>
              <a:rPr lang="en-US" sz="1400" b="1"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Testing</a:t>
            </a:r>
          </a:p>
        </p:txBody>
      </p:sp>
      <p:sp>
        <p:nvSpPr>
          <p:cNvPr id="27" name="TextBox 26">
            <a:extLst>
              <a:ext uri="{FF2B5EF4-FFF2-40B4-BE49-F238E27FC236}">
                <a16:creationId xmlns:a16="http://schemas.microsoft.com/office/drawing/2014/main" id="{7C4BA2EE-0410-0090-A677-031F1D057FC5}"/>
              </a:ext>
            </a:extLst>
          </p:cNvPr>
          <p:cNvSpPr txBox="1"/>
          <p:nvPr/>
        </p:nvSpPr>
        <p:spPr>
          <a:xfrm>
            <a:off x="5552077" y="3121795"/>
            <a:ext cx="1272256" cy="307777"/>
          </a:xfrm>
          <a:prstGeom prst="rect">
            <a:avLst/>
          </a:prstGeom>
          <a:noFill/>
        </p:spPr>
        <p:txBody>
          <a:bodyPr wrap="square" rtlCol="0">
            <a:spAutoFit/>
          </a:bodyPr>
          <a:lstStyle/>
          <a:p>
            <a:r>
              <a:rPr lang="en-US" sz="1400" b="1"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Deployment</a:t>
            </a:r>
          </a:p>
        </p:txBody>
      </p:sp>
      <p:sp>
        <p:nvSpPr>
          <p:cNvPr id="28" name="TextBox 27">
            <a:extLst>
              <a:ext uri="{FF2B5EF4-FFF2-40B4-BE49-F238E27FC236}">
                <a16:creationId xmlns:a16="http://schemas.microsoft.com/office/drawing/2014/main" id="{DAA4FD53-0062-5F3B-965D-60478B63EDA7}"/>
              </a:ext>
            </a:extLst>
          </p:cNvPr>
          <p:cNvSpPr txBox="1"/>
          <p:nvPr/>
        </p:nvSpPr>
        <p:spPr>
          <a:xfrm>
            <a:off x="7107131" y="3108873"/>
            <a:ext cx="1446154" cy="307777"/>
          </a:xfrm>
          <a:prstGeom prst="rect">
            <a:avLst/>
          </a:prstGeom>
          <a:noFill/>
        </p:spPr>
        <p:txBody>
          <a:bodyPr wrap="square" rtlCol="0">
            <a:spAutoFit/>
          </a:bodyPr>
          <a:lstStyle/>
          <a:p>
            <a:r>
              <a:rPr lang="en-US" sz="1400" b="1"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Retrospectives</a:t>
            </a:r>
          </a:p>
        </p:txBody>
      </p:sp>
      <p:sp>
        <p:nvSpPr>
          <p:cNvPr id="29" name="TextBox 28">
            <a:extLst>
              <a:ext uri="{FF2B5EF4-FFF2-40B4-BE49-F238E27FC236}">
                <a16:creationId xmlns:a16="http://schemas.microsoft.com/office/drawing/2014/main" id="{33430586-53AB-6BE1-F45A-5A6D9A5C9C05}"/>
              </a:ext>
            </a:extLst>
          </p:cNvPr>
          <p:cNvSpPr txBox="1"/>
          <p:nvPr/>
        </p:nvSpPr>
        <p:spPr>
          <a:xfrm>
            <a:off x="476280" y="3407389"/>
            <a:ext cx="1377329" cy="646331"/>
          </a:xfrm>
          <a:prstGeom prst="rect">
            <a:avLst/>
          </a:prstGeom>
          <a:noFill/>
        </p:spPr>
        <p:txBody>
          <a:bodyPr wrap="square" rtlCol="0">
            <a:spAutoFit/>
          </a:bodyPr>
          <a:lstStyle/>
          <a:p>
            <a:pPr algn="ctr"/>
            <a:r>
              <a:rPr lang="en-US" sz="1200" dirty="0">
                <a:solidFill>
                  <a:schemeClr val="accent2"/>
                </a:solidFill>
                <a:latin typeface="Aptos Narrow" panose="020B0004020202020204" pitchFamily="34" charset="0"/>
              </a:rPr>
              <a:t>Evolving user stories &amp; backlog refinement</a:t>
            </a:r>
          </a:p>
        </p:txBody>
      </p:sp>
      <p:sp>
        <p:nvSpPr>
          <p:cNvPr id="30" name="TextBox 29">
            <a:extLst>
              <a:ext uri="{FF2B5EF4-FFF2-40B4-BE49-F238E27FC236}">
                <a16:creationId xmlns:a16="http://schemas.microsoft.com/office/drawing/2014/main" id="{AA4BC567-32BC-0274-EA5B-A200CC007360}"/>
              </a:ext>
            </a:extLst>
          </p:cNvPr>
          <p:cNvSpPr txBox="1"/>
          <p:nvPr/>
        </p:nvSpPr>
        <p:spPr>
          <a:xfrm>
            <a:off x="2152398" y="3429574"/>
            <a:ext cx="1377329" cy="461665"/>
          </a:xfrm>
          <a:prstGeom prst="rect">
            <a:avLst/>
          </a:prstGeom>
          <a:noFill/>
        </p:spPr>
        <p:txBody>
          <a:bodyPr wrap="square" rtlCol="0">
            <a:spAutoFit/>
          </a:bodyPr>
          <a:lstStyle/>
          <a:p>
            <a:pPr algn="ctr"/>
            <a:r>
              <a:rPr lang="en-US" sz="1200" dirty="0">
                <a:solidFill>
                  <a:schemeClr val="accent2"/>
                </a:solidFill>
                <a:latin typeface="Aptos Narrow" panose="020B0004020202020204" pitchFamily="34" charset="0"/>
              </a:rPr>
              <a:t>Incremental design &amp; coding sprints</a:t>
            </a:r>
          </a:p>
        </p:txBody>
      </p:sp>
      <p:sp>
        <p:nvSpPr>
          <p:cNvPr id="31" name="TextBox 30">
            <a:extLst>
              <a:ext uri="{FF2B5EF4-FFF2-40B4-BE49-F238E27FC236}">
                <a16:creationId xmlns:a16="http://schemas.microsoft.com/office/drawing/2014/main" id="{F8B5E220-051E-86BA-5CD2-0910B62A4276}"/>
              </a:ext>
            </a:extLst>
          </p:cNvPr>
          <p:cNvSpPr txBox="1"/>
          <p:nvPr/>
        </p:nvSpPr>
        <p:spPr>
          <a:xfrm>
            <a:off x="3807641" y="3429575"/>
            <a:ext cx="1377329" cy="646331"/>
          </a:xfrm>
          <a:prstGeom prst="rect">
            <a:avLst/>
          </a:prstGeom>
          <a:noFill/>
        </p:spPr>
        <p:txBody>
          <a:bodyPr wrap="square" rtlCol="0">
            <a:spAutoFit/>
          </a:bodyPr>
          <a:lstStyle/>
          <a:p>
            <a:pPr algn="ctr"/>
            <a:r>
              <a:rPr lang="en-US" sz="1200" dirty="0">
                <a:solidFill>
                  <a:schemeClr val="accent2"/>
                </a:solidFill>
                <a:latin typeface="Aptos Narrow" panose="020B0004020202020204" pitchFamily="34" charset="0"/>
              </a:rPr>
              <a:t>Continuous integration &amp; QA checks</a:t>
            </a:r>
          </a:p>
        </p:txBody>
      </p:sp>
      <p:sp>
        <p:nvSpPr>
          <p:cNvPr id="32" name="TextBox 31">
            <a:extLst>
              <a:ext uri="{FF2B5EF4-FFF2-40B4-BE49-F238E27FC236}">
                <a16:creationId xmlns:a16="http://schemas.microsoft.com/office/drawing/2014/main" id="{23724169-4ADB-E210-28FB-823BB7C83CA7}"/>
              </a:ext>
            </a:extLst>
          </p:cNvPr>
          <p:cNvSpPr txBox="1"/>
          <p:nvPr/>
        </p:nvSpPr>
        <p:spPr>
          <a:xfrm>
            <a:off x="5499541" y="3429574"/>
            <a:ext cx="1377329" cy="461665"/>
          </a:xfrm>
          <a:prstGeom prst="rect">
            <a:avLst/>
          </a:prstGeom>
          <a:noFill/>
        </p:spPr>
        <p:txBody>
          <a:bodyPr wrap="square" rtlCol="0">
            <a:spAutoFit/>
          </a:bodyPr>
          <a:lstStyle/>
          <a:p>
            <a:pPr algn="ctr"/>
            <a:r>
              <a:rPr lang="en-US" sz="1200" dirty="0">
                <a:solidFill>
                  <a:schemeClr val="accent2"/>
                </a:solidFill>
                <a:latin typeface="Aptos Narrow" panose="020B0004020202020204" pitchFamily="34" charset="0"/>
              </a:rPr>
              <a:t>Frequent releases &amp; reviews</a:t>
            </a:r>
          </a:p>
        </p:txBody>
      </p:sp>
      <p:sp>
        <p:nvSpPr>
          <p:cNvPr id="33" name="TextBox 32">
            <a:extLst>
              <a:ext uri="{FF2B5EF4-FFF2-40B4-BE49-F238E27FC236}">
                <a16:creationId xmlns:a16="http://schemas.microsoft.com/office/drawing/2014/main" id="{618B7CAF-8F91-537E-9064-232D469B0EFC}"/>
              </a:ext>
            </a:extLst>
          </p:cNvPr>
          <p:cNvSpPr txBox="1"/>
          <p:nvPr/>
        </p:nvSpPr>
        <p:spPr>
          <a:xfrm>
            <a:off x="7122881" y="3429574"/>
            <a:ext cx="1377329" cy="461665"/>
          </a:xfrm>
          <a:prstGeom prst="rect">
            <a:avLst/>
          </a:prstGeom>
          <a:noFill/>
        </p:spPr>
        <p:txBody>
          <a:bodyPr wrap="square" rtlCol="0">
            <a:spAutoFit/>
          </a:bodyPr>
          <a:lstStyle/>
          <a:p>
            <a:pPr algn="ctr"/>
            <a:r>
              <a:rPr lang="en-US" sz="1200" dirty="0">
                <a:solidFill>
                  <a:schemeClr val="accent2"/>
                </a:solidFill>
                <a:latin typeface="Aptos Narrow" panose="020B0004020202020204" pitchFamily="34" charset="0"/>
              </a:rPr>
              <a:t>Team reflection &amp; improvement </a:t>
            </a:r>
          </a:p>
        </p:txBody>
      </p:sp>
      <p:pic>
        <p:nvPicPr>
          <p:cNvPr id="35" name="Graphic 34" descr="Caret Right with solid fill">
            <a:extLst>
              <a:ext uri="{FF2B5EF4-FFF2-40B4-BE49-F238E27FC236}">
                <a16:creationId xmlns:a16="http://schemas.microsoft.com/office/drawing/2014/main" id="{2E263D39-0F94-F732-C198-F736D79ACF4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752300" y="3031974"/>
            <a:ext cx="525195" cy="525195"/>
          </a:xfrm>
          <a:prstGeom prst="rect">
            <a:avLst/>
          </a:prstGeom>
        </p:spPr>
      </p:pic>
      <p:pic>
        <p:nvPicPr>
          <p:cNvPr id="36" name="Graphic 35" descr="Caret Right with solid fill">
            <a:extLst>
              <a:ext uri="{FF2B5EF4-FFF2-40B4-BE49-F238E27FC236}">
                <a16:creationId xmlns:a16="http://schemas.microsoft.com/office/drawing/2014/main" id="{069921C1-9ECD-9905-19AC-A5784257D203}"/>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433153" y="3013085"/>
            <a:ext cx="525195" cy="525195"/>
          </a:xfrm>
          <a:prstGeom prst="rect">
            <a:avLst/>
          </a:prstGeom>
        </p:spPr>
      </p:pic>
      <p:pic>
        <p:nvPicPr>
          <p:cNvPr id="37" name="Graphic 36" descr="Caret Right with solid fill">
            <a:extLst>
              <a:ext uri="{FF2B5EF4-FFF2-40B4-BE49-F238E27FC236}">
                <a16:creationId xmlns:a16="http://schemas.microsoft.com/office/drawing/2014/main" id="{DE27CB2F-2018-0211-DC2C-591AE70ACAB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093819" y="3031973"/>
            <a:ext cx="525195" cy="525195"/>
          </a:xfrm>
          <a:prstGeom prst="rect">
            <a:avLst/>
          </a:prstGeom>
        </p:spPr>
      </p:pic>
      <p:pic>
        <p:nvPicPr>
          <p:cNvPr id="38" name="Graphic 37" descr="Caret Right with solid fill">
            <a:extLst>
              <a:ext uri="{FF2B5EF4-FFF2-40B4-BE49-F238E27FC236}">
                <a16:creationId xmlns:a16="http://schemas.microsoft.com/office/drawing/2014/main" id="{63A5185D-A30A-9B89-B116-A6678842547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754620" y="3031972"/>
            <a:ext cx="525195" cy="5251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8" name="PlaceHolder 1"/>
          <p:cNvSpPr>
            <a:spLocks noGrp="1"/>
          </p:cNvSpPr>
          <p:nvPr>
            <p:ph type="title"/>
          </p:nvPr>
        </p:nvSpPr>
        <p:spPr>
          <a:xfrm>
            <a:off x="878219" y="394200"/>
            <a:ext cx="3025081" cy="1142640"/>
          </a:xfrm>
          <a:prstGeom prst="rect">
            <a:avLst/>
          </a:prstGeom>
          <a:noFill/>
          <a:ln w="0">
            <a:noFill/>
          </a:ln>
          <a:effectLst>
            <a:outerShdw blurRad="85680" rotWithShape="0">
              <a:srgbClr val="8FFFFF">
                <a:alpha val="40000"/>
              </a:srgbClr>
            </a:outerShdw>
          </a:effectLst>
        </p:spPr>
        <p:txBody>
          <a:bodyPr lIns="91440" tIns="91440" rIns="91440" bIns="91440" anchor="b">
            <a:normAutofit/>
          </a:bodyPr>
          <a:lstStyle/>
          <a:p>
            <a:pPr indent="0">
              <a:lnSpc>
                <a:spcPct val="100000"/>
              </a:lnSpc>
              <a:buNone/>
              <a:tabLst>
                <a:tab pos="0" algn="l"/>
              </a:tabLst>
            </a:pPr>
            <a:r>
              <a:rPr lang="en-US" sz="3200" b="1" u="none" strike="noStrike" dirty="0">
                <a:solidFill>
                  <a:schemeClr val="accent2"/>
                </a:solidFill>
                <a:effectLst/>
                <a:uFillTx/>
                <a:latin typeface="Exo"/>
                <a:ea typeface="Exo"/>
              </a:rPr>
              <a:t>Key Takeaways</a:t>
            </a:r>
            <a:endParaRPr lang="fr-FR" sz="3200" b="0" u="none" strike="noStrike" dirty="0">
              <a:solidFill>
                <a:schemeClr val="dk1"/>
              </a:solidFill>
              <a:effectLst/>
              <a:uFillTx/>
              <a:latin typeface="Arial"/>
            </a:endParaRPr>
          </a:p>
        </p:txBody>
      </p:sp>
      <p:sp>
        <p:nvSpPr>
          <p:cNvPr id="2809" name="PlaceHolder 2"/>
          <p:cNvSpPr>
            <a:spLocks noGrp="1"/>
          </p:cNvSpPr>
          <p:nvPr>
            <p:ph type="subTitle"/>
          </p:nvPr>
        </p:nvSpPr>
        <p:spPr>
          <a:xfrm>
            <a:off x="878219" y="1469328"/>
            <a:ext cx="3412616" cy="3154874"/>
          </a:xfrm>
          <a:prstGeom prst="rect">
            <a:avLst/>
          </a:prstGeom>
          <a:noFill/>
          <a:ln w="0">
            <a:noFill/>
          </a:ln>
        </p:spPr>
        <p:txBody>
          <a:bodyPr lIns="91440" tIns="91440" rIns="91440" bIns="91440" anchor="t">
            <a:normAutofit lnSpcReduction="10000"/>
          </a:bodyPr>
          <a:lstStyle/>
          <a:p>
            <a:pPr indent="0">
              <a:lnSpc>
                <a:spcPct val="100000"/>
              </a:lnSpc>
              <a:buNone/>
              <a:tabLst>
                <a:tab pos="0" algn="l"/>
              </a:tabLst>
            </a:pPr>
            <a:r>
              <a:rPr lang="en-US" sz="1600" b="0" u="none" strike="noStrike" dirty="0" err="1">
                <a:solidFill>
                  <a:schemeClr val="lt1"/>
                </a:solidFill>
                <a:effectLst/>
                <a:uFillTx/>
                <a:latin typeface="PT Sans"/>
                <a:ea typeface="PT Sans"/>
              </a:rPr>
              <a:t>ChadaTechs</a:t>
            </a:r>
            <a:r>
              <a:rPr lang="en-US" sz="1600" b="0" u="none" strike="noStrike" dirty="0">
                <a:solidFill>
                  <a:schemeClr val="lt1"/>
                </a:solidFill>
                <a:effectLst/>
                <a:uFillTx/>
                <a:latin typeface="PT Sans"/>
                <a:ea typeface="PT Sans"/>
              </a:rPr>
              <a:t> Agile transition emphasizes </a:t>
            </a:r>
            <a:r>
              <a:rPr lang="en-US" sz="1600" b="1" u="none" strike="noStrike" dirty="0">
                <a:solidFill>
                  <a:schemeClr val="lt1"/>
                </a:solidFill>
                <a:effectLst/>
                <a:uFillTx/>
                <a:latin typeface="PT Sans"/>
                <a:ea typeface="PT Sans"/>
              </a:rPr>
              <a:t>transparency</a:t>
            </a:r>
            <a:r>
              <a:rPr lang="en-US" sz="1600" b="0" u="none" strike="noStrike" dirty="0">
                <a:solidFill>
                  <a:schemeClr val="lt1"/>
                </a:solidFill>
                <a:effectLst/>
                <a:uFillTx/>
                <a:latin typeface="PT Sans"/>
                <a:ea typeface="PT Sans"/>
              </a:rPr>
              <a:t>, enabling clear visibility of progress across all teams. The focus on </a:t>
            </a:r>
            <a:r>
              <a:rPr lang="en-US" sz="1600" b="0" i="1" u="none" strike="noStrike" dirty="0">
                <a:solidFill>
                  <a:schemeClr val="lt1"/>
                </a:solidFill>
                <a:effectLst/>
                <a:uFillTx/>
                <a:latin typeface="PT Sans"/>
                <a:ea typeface="PT Sans"/>
              </a:rPr>
              <a:t>iterative development</a:t>
            </a:r>
            <a:r>
              <a:rPr lang="en-US" sz="1600" b="0" u="none" strike="noStrike" dirty="0">
                <a:solidFill>
                  <a:schemeClr val="lt1"/>
                </a:solidFill>
                <a:effectLst/>
                <a:uFillTx/>
                <a:latin typeface="PT Sans"/>
                <a:ea typeface="PT Sans"/>
              </a:rPr>
              <a:t> promotes flexibility and adaptability in delivering value. Continuous backlog refinement ensures priorities align with business needs, while ongoing testing and retrospectives drive quality and process improvement. This approach supports sustainable growth and effective response to change.</a:t>
            </a:r>
            <a:endParaRPr lang="en-US" sz="1600" b="0" u="none" strike="noStrike" dirty="0">
              <a:solidFill>
                <a:srgbClr val="FFFFFF"/>
              </a:solidFill>
              <a:effectLst/>
              <a:uFillTx/>
              <a:latin typeface="OpenSymbol"/>
            </a:endParaRPr>
          </a:p>
        </p:txBody>
      </p:sp>
      <p:sp>
        <p:nvSpPr>
          <p:cNvPr id="2810" name="Google Shape;4531;p69"/>
          <p:cNvSpPr/>
          <p:nvPr/>
        </p:nvSpPr>
        <p:spPr>
          <a:xfrm>
            <a:off x="3286980" y="4758480"/>
            <a:ext cx="1990440" cy="66240"/>
          </a:xfrm>
          <a:prstGeom prst="rect">
            <a:avLst/>
          </a:prstGeom>
          <a:gradFill rotWithShape="0">
            <a:gsLst>
              <a:gs pos="0">
                <a:srgbClr val="151B46"/>
              </a:gs>
              <a:gs pos="100000">
                <a:srgbClr val="8FFFFF"/>
              </a:gs>
            </a:gsLst>
            <a:lin ang="2700000"/>
          </a:gradFill>
          <a:ln w="0">
            <a:noFill/>
          </a:ln>
        </p:spPr>
        <p:style>
          <a:lnRef idx="0">
            <a:scrgbClr r="0" g="0" b="0"/>
          </a:lnRef>
          <a:fillRef idx="0">
            <a:scrgbClr r="0" g="0" b="0"/>
          </a:fillRef>
          <a:effectRef idx="0">
            <a:scrgbClr r="0" g="0" b="0"/>
          </a:effectRef>
          <a:fontRef idx="minor"/>
        </p:style>
        <p:txBody>
          <a:bodyPr lIns="870823080" tIns="33120" rIns="870823080" bIns="3312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grpSp>
        <p:nvGrpSpPr>
          <p:cNvPr id="2811" name="Google Shape;4532;p69"/>
          <p:cNvGrpSpPr/>
          <p:nvPr/>
        </p:nvGrpSpPr>
        <p:grpSpPr>
          <a:xfrm>
            <a:off x="8733674" y="2372455"/>
            <a:ext cx="241560" cy="882720"/>
            <a:chOff x="7766280" y="3306960"/>
            <a:chExt cx="241560" cy="882720"/>
          </a:xfrm>
        </p:grpSpPr>
        <p:sp>
          <p:nvSpPr>
            <p:cNvPr id="2812" name="Google Shape;4533;p69"/>
            <p:cNvSpPr/>
            <p:nvPr/>
          </p:nvSpPr>
          <p:spPr>
            <a:xfrm rot="16200000">
              <a:off x="7810920" y="399276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13" name="Google Shape;4534;p69"/>
            <p:cNvSpPr/>
            <p:nvPr/>
          </p:nvSpPr>
          <p:spPr>
            <a:xfrm rot="16200000">
              <a:off x="7811640" y="38458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14" name="Google Shape;4535;p69"/>
            <p:cNvSpPr/>
            <p:nvPr/>
          </p:nvSpPr>
          <p:spPr>
            <a:xfrm rot="16200000">
              <a:off x="7811640" y="36997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15" name="Google Shape;4536;p69"/>
            <p:cNvSpPr/>
            <p:nvPr/>
          </p:nvSpPr>
          <p:spPr>
            <a:xfrm rot="16200000">
              <a:off x="7811640" y="3553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16" name="Google Shape;4537;p69"/>
            <p:cNvSpPr/>
            <p:nvPr/>
          </p:nvSpPr>
          <p:spPr>
            <a:xfrm rot="16200000">
              <a:off x="7811640" y="34074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17" name="Google Shape;4538;p69"/>
            <p:cNvSpPr/>
            <p:nvPr/>
          </p:nvSpPr>
          <p:spPr>
            <a:xfrm rot="16200000">
              <a:off x="7811640" y="32612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818" name="Google Shape;4539;p69"/>
          <p:cNvGrpSpPr/>
          <p:nvPr/>
        </p:nvGrpSpPr>
        <p:grpSpPr>
          <a:xfrm>
            <a:off x="4818389" y="875018"/>
            <a:ext cx="1105920" cy="133920"/>
            <a:chOff x="4789440" y="914760"/>
            <a:chExt cx="1105920" cy="133920"/>
          </a:xfrm>
        </p:grpSpPr>
        <p:grpSp>
          <p:nvGrpSpPr>
            <p:cNvPr id="2819" name="Google Shape;4540;p69"/>
            <p:cNvGrpSpPr/>
            <p:nvPr/>
          </p:nvGrpSpPr>
          <p:grpSpPr>
            <a:xfrm>
              <a:off x="4789440" y="997920"/>
              <a:ext cx="883080" cy="50760"/>
              <a:chOff x="4789440" y="997920"/>
              <a:chExt cx="883080" cy="50760"/>
            </a:xfrm>
          </p:grpSpPr>
          <p:sp>
            <p:nvSpPr>
              <p:cNvPr id="2820" name="Google Shape;4541;p69"/>
              <p:cNvSpPr/>
              <p:nvPr/>
            </p:nvSpPr>
            <p:spPr>
              <a:xfrm>
                <a:off x="478944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1" name="Google Shape;4542;p69"/>
              <p:cNvSpPr/>
              <p:nvPr/>
            </p:nvSpPr>
            <p:spPr>
              <a:xfrm>
                <a:off x="488196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2" name="Google Shape;4543;p69"/>
              <p:cNvSpPr/>
              <p:nvPr/>
            </p:nvSpPr>
            <p:spPr>
              <a:xfrm>
                <a:off x="497448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3" name="Google Shape;4544;p69"/>
              <p:cNvSpPr/>
              <p:nvPr/>
            </p:nvSpPr>
            <p:spPr>
              <a:xfrm>
                <a:off x="506700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4" name="Google Shape;4545;p69"/>
              <p:cNvSpPr/>
              <p:nvPr/>
            </p:nvSpPr>
            <p:spPr>
              <a:xfrm>
                <a:off x="515952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5" name="Google Shape;4546;p69"/>
              <p:cNvSpPr/>
              <p:nvPr/>
            </p:nvSpPr>
            <p:spPr>
              <a:xfrm>
                <a:off x="525204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6" name="Google Shape;4547;p69"/>
              <p:cNvSpPr/>
              <p:nvPr/>
            </p:nvSpPr>
            <p:spPr>
              <a:xfrm>
                <a:off x="534456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7" name="Google Shape;4548;p69"/>
              <p:cNvSpPr/>
              <p:nvPr/>
            </p:nvSpPr>
            <p:spPr>
              <a:xfrm>
                <a:off x="543672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8" name="Google Shape;4549;p69"/>
              <p:cNvSpPr/>
              <p:nvPr/>
            </p:nvSpPr>
            <p:spPr>
              <a:xfrm>
                <a:off x="552924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9" name="Google Shape;4550;p69"/>
              <p:cNvSpPr/>
              <p:nvPr/>
            </p:nvSpPr>
            <p:spPr>
              <a:xfrm>
                <a:off x="562176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830" name="Google Shape;4551;p69"/>
            <p:cNvGrpSpPr/>
            <p:nvPr/>
          </p:nvGrpSpPr>
          <p:grpSpPr>
            <a:xfrm>
              <a:off x="5012280" y="914760"/>
              <a:ext cx="883080" cy="50760"/>
              <a:chOff x="5012280" y="914760"/>
              <a:chExt cx="883080" cy="50760"/>
            </a:xfrm>
          </p:grpSpPr>
          <p:sp>
            <p:nvSpPr>
              <p:cNvPr id="2831" name="Google Shape;4552;p69"/>
              <p:cNvSpPr/>
              <p:nvPr/>
            </p:nvSpPr>
            <p:spPr>
              <a:xfrm>
                <a:off x="501228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32" name="Google Shape;4553;p69"/>
              <p:cNvSpPr/>
              <p:nvPr/>
            </p:nvSpPr>
            <p:spPr>
              <a:xfrm>
                <a:off x="510480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33" name="Google Shape;4554;p69"/>
              <p:cNvSpPr/>
              <p:nvPr/>
            </p:nvSpPr>
            <p:spPr>
              <a:xfrm>
                <a:off x="519732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34" name="Google Shape;4555;p69"/>
              <p:cNvSpPr/>
              <p:nvPr/>
            </p:nvSpPr>
            <p:spPr>
              <a:xfrm>
                <a:off x="528984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35" name="Google Shape;4556;p69"/>
              <p:cNvSpPr/>
              <p:nvPr/>
            </p:nvSpPr>
            <p:spPr>
              <a:xfrm>
                <a:off x="538200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36" name="Google Shape;4557;p69"/>
              <p:cNvSpPr/>
              <p:nvPr/>
            </p:nvSpPr>
            <p:spPr>
              <a:xfrm>
                <a:off x="547452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37" name="Google Shape;4558;p69"/>
              <p:cNvSpPr/>
              <p:nvPr/>
            </p:nvSpPr>
            <p:spPr>
              <a:xfrm>
                <a:off x="556704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38" name="Google Shape;4559;p69"/>
              <p:cNvSpPr/>
              <p:nvPr/>
            </p:nvSpPr>
            <p:spPr>
              <a:xfrm>
                <a:off x="565956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39" name="Google Shape;4560;p69"/>
              <p:cNvSpPr/>
              <p:nvPr/>
            </p:nvSpPr>
            <p:spPr>
              <a:xfrm>
                <a:off x="575208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40" name="Google Shape;4561;p69"/>
              <p:cNvSpPr/>
              <p:nvPr/>
            </p:nvSpPr>
            <p:spPr>
              <a:xfrm>
                <a:off x="584460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841" name="Google Shape;4562;p69"/>
          <p:cNvGrpSpPr/>
          <p:nvPr/>
        </p:nvGrpSpPr>
        <p:grpSpPr>
          <a:xfrm>
            <a:off x="7291761" y="4924171"/>
            <a:ext cx="552600" cy="98640"/>
            <a:chOff x="5058720" y="3935160"/>
            <a:chExt cx="552600" cy="98640"/>
          </a:xfrm>
        </p:grpSpPr>
        <p:sp>
          <p:nvSpPr>
            <p:cNvPr id="2842" name="Google Shape;4563;p69"/>
            <p:cNvSpPr/>
            <p:nvPr/>
          </p:nvSpPr>
          <p:spPr>
            <a:xfrm rot="5400000">
              <a:off x="5512680" y="393516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43" name="Google Shape;4564;p69"/>
            <p:cNvSpPr/>
            <p:nvPr/>
          </p:nvSpPr>
          <p:spPr>
            <a:xfrm rot="5400000">
              <a:off x="5539320" y="396216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44" name="Google Shape;4565;p69"/>
            <p:cNvSpPr/>
            <p:nvPr/>
          </p:nvSpPr>
          <p:spPr>
            <a:xfrm rot="5400000">
              <a:off x="5058720" y="39384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45" name="Google Shape;4566;p69"/>
            <p:cNvSpPr/>
            <p:nvPr/>
          </p:nvSpPr>
          <p:spPr>
            <a:xfrm rot="5400000">
              <a:off x="5082480" y="39621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46" name="Google Shape;4567;p69"/>
            <p:cNvSpPr/>
            <p:nvPr/>
          </p:nvSpPr>
          <p:spPr>
            <a:xfrm rot="5400000">
              <a:off x="5334840" y="379944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aphicFrame>
        <p:nvGraphicFramePr>
          <p:cNvPr id="2" name="Table 1">
            <a:extLst>
              <a:ext uri="{FF2B5EF4-FFF2-40B4-BE49-F238E27FC236}">
                <a16:creationId xmlns:a16="http://schemas.microsoft.com/office/drawing/2014/main" id="{D4767D3A-3333-C050-D05D-AE0E9CA2DB65}"/>
              </a:ext>
            </a:extLst>
          </p:cNvPr>
          <p:cNvGraphicFramePr>
            <a:graphicFrameLocks noGrp="1"/>
          </p:cNvGraphicFramePr>
          <p:nvPr>
            <p:extLst>
              <p:ext uri="{D42A27DB-BD31-4B8C-83A1-F6EECF244321}">
                <p14:modId xmlns:p14="http://schemas.microsoft.com/office/powerpoint/2010/main" val="4179454401"/>
              </p:ext>
            </p:extLst>
          </p:nvPr>
        </p:nvGraphicFramePr>
        <p:xfrm>
          <a:off x="4678351" y="1206530"/>
          <a:ext cx="3795615" cy="3393912"/>
        </p:xfrm>
        <a:graphic>
          <a:graphicData uri="http://schemas.openxmlformats.org/drawingml/2006/table">
            <a:tbl>
              <a:tblPr firstRow="1" bandRow="1">
                <a:tableStyleId>{8799B23B-EC83-4686-B30A-512413B5E67A}</a:tableStyleId>
              </a:tblPr>
              <a:tblGrid>
                <a:gridCol w="3795615">
                  <a:extLst>
                    <a:ext uri="{9D8B030D-6E8A-4147-A177-3AD203B41FA5}">
                      <a16:colId xmlns:a16="http://schemas.microsoft.com/office/drawing/2014/main" val="3331761024"/>
                    </a:ext>
                  </a:extLst>
                </a:gridCol>
              </a:tblGrid>
              <a:tr h="675824">
                <a:tc>
                  <a:txBody>
                    <a:bodyPr/>
                    <a:lstStyle/>
                    <a:p>
                      <a:endParaRPr lang="en-US" dirty="0"/>
                    </a:p>
                  </a:txBody>
                  <a:tcPr>
                    <a:cell3D prstMaterial="dkEdge">
                      <a:bevel/>
                      <a:lightRig rig="flood" dir="t"/>
                    </a:cell3D>
                  </a:tcPr>
                </a:tc>
                <a:extLst>
                  <a:ext uri="{0D108BD9-81ED-4DB2-BD59-A6C34878D82A}">
                    <a16:rowId xmlns:a16="http://schemas.microsoft.com/office/drawing/2014/main" val="3720053562"/>
                  </a:ext>
                </a:extLst>
              </a:tr>
              <a:tr h="675824">
                <a:tc>
                  <a:txBody>
                    <a:bodyPr/>
                    <a:lstStyle/>
                    <a:p>
                      <a:endParaRPr lang="en-US" dirty="0"/>
                    </a:p>
                  </a:txBody>
                  <a:tcPr anchor="ctr">
                    <a:cell3D prstMaterial="dkEdge">
                      <a:bevel/>
                      <a:lightRig rig="flood" dir="t"/>
                    </a:cell3D>
                  </a:tcPr>
                </a:tc>
                <a:extLst>
                  <a:ext uri="{0D108BD9-81ED-4DB2-BD59-A6C34878D82A}">
                    <a16:rowId xmlns:a16="http://schemas.microsoft.com/office/drawing/2014/main" val="945891990"/>
                  </a:ext>
                </a:extLst>
              </a:tr>
              <a:tr h="690616">
                <a:tc>
                  <a:txBody>
                    <a:bodyPr/>
                    <a:lstStyle/>
                    <a:p>
                      <a:endParaRPr lang="en-US" dirty="0"/>
                    </a:p>
                  </a:txBody>
                  <a:tcPr>
                    <a:cell3D prstMaterial="dkEdge">
                      <a:bevel/>
                      <a:lightRig rig="flood" dir="t"/>
                    </a:cell3D>
                  </a:tcPr>
                </a:tc>
                <a:extLst>
                  <a:ext uri="{0D108BD9-81ED-4DB2-BD59-A6C34878D82A}">
                    <a16:rowId xmlns:a16="http://schemas.microsoft.com/office/drawing/2014/main" val="1197598304"/>
                  </a:ext>
                </a:extLst>
              </a:tr>
              <a:tr h="675824">
                <a:tc>
                  <a:txBody>
                    <a:bodyPr/>
                    <a:lstStyle/>
                    <a:p>
                      <a:endParaRPr lang="en-US" dirty="0"/>
                    </a:p>
                  </a:txBody>
                  <a:tcPr>
                    <a:cell3D prstMaterial="dkEdge">
                      <a:bevel/>
                      <a:lightRig rig="flood" dir="t"/>
                    </a:cell3D>
                  </a:tcPr>
                </a:tc>
                <a:extLst>
                  <a:ext uri="{0D108BD9-81ED-4DB2-BD59-A6C34878D82A}">
                    <a16:rowId xmlns:a16="http://schemas.microsoft.com/office/drawing/2014/main" val="3839623610"/>
                  </a:ext>
                </a:extLst>
              </a:tr>
              <a:tr h="675824">
                <a:tc>
                  <a:txBody>
                    <a:bodyPr/>
                    <a:lstStyle/>
                    <a:p>
                      <a:endParaRPr lang="en-US" dirty="0"/>
                    </a:p>
                  </a:txBody>
                  <a:tcPr>
                    <a:cell3D prstMaterial="dkEdge">
                      <a:bevel/>
                      <a:lightRig rig="flood" dir="t"/>
                    </a:cell3D>
                  </a:tcPr>
                </a:tc>
                <a:extLst>
                  <a:ext uri="{0D108BD9-81ED-4DB2-BD59-A6C34878D82A}">
                    <a16:rowId xmlns:a16="http://schemas.microsoft.com/office/drawing/2014/main" val="1052912309"/>
                  </a:ext>
                </a:extLst>
              </a:tr>
            </a:tbl>
          </a:graphicData>
        </a:graphic>
      </p:graphicFrame>
      <p:pic>
        <p:nvPicPr>
          <p:cNvPr id="6" name="Graphic 5" descr="Badge Tick1 outline">
            <a:extLst>
              <a:ext uri="{FF2B5EF4-FFF2-40B4-BE49-F238E27FC236}">
                <a16:creationId xmlns:a16="http://schemas.microsoft.com/office/drawing/2014/main" id="{2BD1216C-E8D5-930F-F1B3-CEB85DBA8C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6806" y="1242839"/>
            <a:ext cx="618660" cy="618660"/>
          </a:xfrm>
          <a:prstGeom prst="rect">
            <a:avLst/>
          </a:prstGeom>
        </p:spPr>
      </p:pic>
      <p:pic>
        <p:nvPicPr>
          <p:cNvPr id="7" name="Graphic 6" descr="Badge Tick1 outline">
            <a:extLst>
              <a:ext uri="{FF2B5EF4-FFF2-40B4-BE49-F238E27FC236}">
                <a16:creationId xmlns:a16="http://schemas.microsoft.com/office/drawing/2014/main" id="{02926160-D126-DA9A-55C4-25AFA68848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27868" y="3986280"/>
            <a:ext cx="618660" cy="618660"/>
          </a:xfrm>
          <a:prstGeom prst="rect">
            <a:avLst/>
          </a:prstGeom>
        </p:spPr>
      </p:pic>
      <p:pic>
        <p:nvPicPr>
          <p:cNvPr id="8" name="Graphic 7" descr="Badge Tick1 outline">
            <a:extLst>
              <a:ext uri="{FF2B5EF4-FFF2-40B4-BE49-F238E27FC236}">
                <a16:creationId xmlns:a16="http://schemas.microsoft.com/office/drawing/2014/main" id="{3031E84D-B6C3-5239-80B6-C7BACF45CE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32337" y="1924237"/>
            <a:ext cx="618660" cy="618660"/>
          </a:xfrm>
          <a:prstGeom prst="rect">
            <a:avLst/>
          </a:prstGeom>
        </p:spPr>
      </p:pic>
      <p:pic>
        <p:nvPicPr>
          <p:cNvPr id="9" name="Graphic 8" descr="Badge Tick1 outline">
            <a:extLst>
              <a:ext uri="{FF2B5EF4-FFF2-40B4-BE49-F238E27FC236}">
                <a16:creationId xmlns:a16="http://schemas.microsoft.com/office/drawing/2014/main" id="{BFC5C34E-B77C-AB81-2171-FEA093812A0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27868" y="2599554"/>
            <a:ext cx="618660" cy="618660"/>
          </a:xfrm>
          <a:prstGeom prst="rect">
            <a:avLst/>
          </a:prstGeom>
        </p:spPr>
      </p:pic>
      <p:sp>
        <p:nvSpPr>
          <p:cNvPr id="10" name="TextBox 9">
            <a:extLst>
              <a:ext uri="{FF2B5EF4-FFF2-40B4-BE49-F238E27FC236}">
                <a16:creationId xmlns:a16="http://schemas.microsoft.com/office/drawing/2014/main" id="{EAB9A0A2-303C-2C13-04B3-13C4F9910091}"/>
              </a:ext>
            </a:extLst>
          </p:cNvPr>
          <p:cNvSpPr txBox="1"/>
          <p:nvPr/>
        </p:nvSpPr>
        <p:spPr>
          <a:xfrm>
            <a:off x="5310107" y="1196052"/>
            <a:ext cx="1673856" cy="369332"/>
          </a:xfrm>
          <a:prstGeom prst="rect">
            <a:avLst/>
          </a:prstGeom>
          <a:noFill/>
        </p:spPr>
        <p:txBody>
          <a:bodyPr wrap="none" rtlCol="0">
            <a:spAutoFit/>
          </a:bodyPr>
          <a:lstStyle/>
          <a:p>
            <a:r>
              <a:rPr lang="en-US" dirty="0">
                <a:solidFill>
                  <a:schemeClr val="accent3"/>
                </a:solidFill>
                <a:latin typeface="ADLaM Display" panose="02010000000000000000" pitchFamily="2" charset="0"/>
                <a:ea typeface="ADLaM Display" panose="02010000000000000000" pitchFamily="2" charset="0"/>
                <a:cs typeface="ADLaM Display" panose="02010000000000000000" pitchFamily="2" charset="0"/>
              </a:rPr>
              <a:t>Transparency</a:t>
            </a:r>
          </a:p>
        </p:txBody>
      </p:sp>
      <p:sp>
        <p:nvSpPr>
          <p:cNvPr id="11" name="TextBox 10">
            <a:extLst>
              <a:ext uri="{FF2B5EF4-FFF2-40B4-BE49-F238E27FC236}">
                <a16:creationId xmlns:a16="http://schemas.microsoft.com/office/drawing/2014/main" id="{D8FDFA33-69BE-3053-BB3E-76EE56DA1697}"/>
              </a:ext>
            </a:extLst>
          </p:cNvPr>
          <p:cNvSpPr txBox="1"/>
          <p:nvPr/>
        </p:nvSpPr>
        <p:spPr>
          <a:xfrm>
            <a:off x="5346528" y="1903253"/>
            <a:ext cx="2672526" cy="369332"/>
          </a:xfrm>
          <a:prstGeom prst="rect">
            <a:avLst/>
          </a:prstGeom>
          <a:noFill/>
        </p:spPr>
        <p:txBody>
          <a:bodyPr wrap="none" rtlCol="0">
            <a:spAutoFit/>
          </a:bodyPr>
          <a:lstStyle/>
          <a:p>
            <a:r>
              <a:rPr lang="en-US" dirty="0">
                <a:solidFill>
                  <a:schemeClr val="accent3"/>
                </a:solidFill>
                <a:latin typeface="ADLaM Display" panose="02010000000000000000" pitchFamily="2" charset="0"/>
                <a:ea typeface="ADLaM Display" panose="02010000000000000000" pitchFamily="2" charset="0"/>
                <a:cs typeface="ADLaM Display" panose="02010000000000000000" pitchFamily="2" charset="0"/>
              </a:rPr>
              <a:t>Iterative Development</a:t>
            </a:r>
          </a:p>
        </p:txBody>
      </p:sp>
      <p:sp>
        <p:nvSpPr>
          <p:cNvPr id="12" name="TextBox 11">
            <a:extLst>
              <a:ext uri="{FF2B5EF4-FFF2-40B4-BE49-F238E27FC236}">
                <a16:creationId xmlns:a16="http://schemas.microsoft.com/office/drawing/2014/main" id="{F981FED9-58AC-6DF8-2B5C-2F8574CABFFA}"/>
              </a:ext>
            </a:extLst>
          </p:cNvPr>
          <p:cNvSpPr txBox="1"/>
          <p:nvPr/>
        </p:nvSpPr>
        <p:spPr>
          <a:xfrm>
            <a:off x="5338139" y="2571750"/>
            <a:ext cx="2408032" cy="369332"/>
          </a:xfrm>
          <a:prstGeom prst="rect">
            <a:avLst/>
          </a:prstGeom>
          <a:noFill/>
        </p:spPr>
        <p:txBody>
          <a:bodyPr wrap="none" rtlCol="0">
            <a:spAutoFit/>
          </a:bodyPr>
          <a:lstStyle/>
          <a:p>
            <a:r>
              <a:rPr lang="en-US" dirty="0">
                <a:solidFill>
                  <a:schemeClr val="accent3"/>
                </a:solidFill>
                <a:latin typeface="ADLaM Display" panose="02010000000000000000" pitchFamily="2" charset="0"/>
                <a:ea typeface="ADLaM Display" panose="02010000000000000000" pitchFamily="2" charset="0"/>
                <a:cs typeface="ADLaM Display" panose="02010000000000000000" pitchFamily="2" charset="0"/>
              </a:rPr>
              <a:t>Backlog Refinement</a:t>
            </a:r>
          </a:p>
        </p:txBody>
      </p:sp>
      <p:sp>
        <p:nvSpPr>
          <p:cNvPr id="13" name="TextBox 12">
            <a:extLst>
              <a:ext uri="{FF2B5EF4-FFF2-40B4-BE49-F238E27FC236}">
                <a16:creationId xmlns:a16="http://schemas.microsoft.com/office/drawing/2014/main" id="{36DFEECC-BD5F-E6FE-A467-6A404C81E2A9}"/>
              </a:ext>
            </a:extLst>
          </p:cNvPr>
          <p:cNvSpPr txBox="1"/>
          <p:nvPr/>
        </p:nvSpPr>
        <p:spPr>
          <a:xfrm>
            <a:off x="5331749" y="3268051"/>
            <a:ext cx="2335896" cy="369332"/>
          </a:xfrm>
          <a:prstGeom prst="rect">
            <a:avLst/>
          </a:prstGeom>
          <a:noFill/>
        </p:spPr>
        <p:txBody>
          <a:bodyPr wrap="none" rtlCol="0">
            <a:spAutoFit/>
          </a:bodyPr>
          <a:lstStyle/>
          <a:p>
            <a:r>
              <a:rPr lang="en-US" dirty="0">
                <a:solidFill>
                  <a:schemeClr val="accent3"/>
                </a:solidFill>
                <a:latin typeface="ADLaM Display" panose="02010000000000000000" pitchFamily="2" charset="0"/>
                <a:ea typeface="ADLaM Display" panose="02010000000000000000" pitchFamily="2" charset="0"/>
                <a:cs typeface="ADLaM Display" panose="02010000000000000000" pitchFamily="2" charset="0"/>
              </a:rPr>
              <a:t>Continuous Testing</a:t>
            </a:r>
          </a:p>
        </p:txBody>
      </p:sp>
      <p:pic>
        <p:nvPicPr>
          <p:cNvPr id="14" name="Graphic 13" descr="Badge Tick1 outline">
            <a:extLst>
              <a:ext uri="{FF2B5EF4-FFF2-40B4-BE49-F238E27FC236}">
                <a16:creationId xmlns:a16="http://schemas.microsoft.com/office/drawing/2014/main" id="{54807F41-84AB-A59A-42E6-BBACDC6C7E4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19479" y="3302728"/>
            <a:ext cx="618660" cy="618660"/>
          </a:xfrm>
          <a:prstGeom prst="rect">
            <a:avLst/>
          </a:prstGeom>
        </p:spPr>
      </p:pic>
      <p:sp>
        <p:nvSpPr>
          <p:cNvPr id="15" name="TextBox 14">
            <a:extLst>
              <a:ext uri="{FF2B5EF4-FFF2-40B4-BE49-F238E27FC236}">
                <a16:creationId xmlns:a16="http://schemas.microsoft.com/office/drawing/2014/main" id="{E365F766-23F2-05B7-57E8-E04E92BE62A8}"/>
              </a:ext>
            </a:extLst>
          </p:cNvPr>
          <p:cNvSpPr txBox="1"/>
          <p:nvPr/>
        </p:nvSpPr>
        <p:spPr>
          <a:xfrm>
            <a:off x="5369549" y="3918135"/>
            <a:ext cx="1808508" cy="369332"/>
          </a:xfrm>
          <a:prstGeom prst="rect">
            <a:avLst/>
          </a:prstGeom>
          <a:noFill/>
        </p:spPr>
        <p:txBody>
          <a:bodyPr wrap="none" rtlCol="0">
            <a:spAutoFit/>
          </a:bodyPr>
          <a:lstStyle/>
          <a:p>
            <a:r>
              <a:rPr lang="en-US" dirty="0">
                <a:solidFill>
                  <a:schemeClr val="accent3"/>
                </a:solidFill>
                <a:latin typeface="ADLaM Display" panose="02010000000000000000" pitchFamily="2" charset="0"/>
                <a:ea typeface="ADLaM Display" panose="02010000000000000000" pitchFamily="2" charset="0"/>
                <a:cs typeface="ADLaM Display" panose="02010000000000000000" pitchFamily="2" charset="0"/>
              </a:rPr>
              <a:t>Retrospectives</a:t>
            </a:r>
          </a:p>
        </p:txBody>
      </p:sp>
      <p:sp>
        <p:nvSpPr>
          <p:cNvPr id="16" name="TextBox 15">
            <a:extLst>
              <a:ext uri="{FF2B5EF4-FFF2-40B4-BE49-F238E27FC236}">
                <a16:creationId xmlns:a16="http://schemas.microsoft.com/office/drawing/2014/main" id="{D8BFCDAD-DC2E-E2F2-09E5-B68EA52D8467}"/>
              </a:ext>
            </a:extLst>
          </p:cNvPr>
          <p:cNvSpPr txBox="1"/>
          <p:nvPr/>
        </p:nvSpPr>
        <p:spPr>
          <a:xfrm>
            <a:off x="5338139" y="1441588"/>
            <a:ext cx="2914889" cy="461665"/>
          </a:xfrm>
          <a:prstGeom prst="rect">
            <a:avLst/>
          </a:prstGeom>
          <a:noFill/>
        </p:spPr>
        <p:txBody>
          <a:bodyPr wrap="square" rtlCol="0">
            <a:spAutoFit/>
          </a:bodyPr>
          <a:lstStyle/>
          <a:p>
            <a:r>
              <a:rPr lang="en-US" sz="1200" dirty="0">
                <a:solidFill>
                  <a:schemeClr val="bg1"/>
                </a:solidFill>
              </a:rPr>
              <a:t>Open visibility into project status for all stakeholders </a:t>
            </a:r>
          </a:p>
        </p:txBody>
      </p:sp>
      <p:sp>
        <p:nvSpPr>
          <p:cNvPr id="17" name="TextBox 16">
            <a:extLst>
              <a:ext uri="{FF2B5EF4-FFF2-40B4-BE49-F238E27FC236}">
                <a16:creationId xmlns:a16="http://schemas.microsoft.com/office/drawing/2014/main" id="{D9215BEF-5B80-26C4-B9AB-26AAEF2B7D89}"/>
              </a:ext>
            </a:extLst>
          </p:cNvPr>
          <p:cNvSpPr txBox="1"/>
          <p:nvPr/>
        </p:nvSpPr>
        <p:spPr>
          <a:xfrm>
            <a:off x="5346528" y="2131069"/>
            <a:ext cx="2914889" cy="461665"/>
          </a:xfrm>
          <a:prstGeom prst="rect">
            <a:avLst/>
          </a:prstGeom>
          <a:noFill/>
        </p:spPr>
        <p:txBody>
          <a:bodyPr wrap="square" rtlCol="0">
            <a:spAutoFit/>
          </a:bodyPr>
          <a:lstStyle/>
          <a:p>
            <a:r>
              <a:rPr lang="en-US" sz="1200" dirty="0">
                <a:solidFill>
                  <a:schemeClr val="bg1"/>
                </a:solidFill>
              </a:rPr>
              <a:t>Delivering functional increments in short, repeated cycles.</a:t>
            </a:r>
          </a:p>
        </p:txBody>
      </p:sp>
      <p:sp>
        <p:nvSpPr>
          <p:cNvPr id="18" name="TextBox 17">
            <a:extLst>
              <a:ext uri="{FF2B5EF4-FFF2-40B4-BE49-F238E27FC236}">
                <a16:creationId xmlns:a16="http://schemas.microsoft.com/office/drawing/2014/main" id="{35C80BC9-E978-204E-24AF-AF6778F61A30}"/>
              </a:ext>
            </a:extLst>
          </p:cNvPr>
          <p:cNvSpPr txBox="1"/>
          <p:nvPr/>
        </p:nvSpPr>
        <p:spPr>
          <a:xfrm>
            <a:off x="5346528" y="2792858"/>
            <a:ext cx="2914889" cy="461665"/>
          </a:xfrm>
          <a:prstGeom prst="rect">
            <a:avLst/>
          </a:prstGeom>
          <a:noFill/>
        </p:spPr>
        <p:txBody>
          <a:bodyPr wrap="square" rtlCol="0">
            <a:spAutoFit/>
          </a:bodyPr>
          <a:lstStyle/>
          <a:p>
            <a:r>
              <a:rPr lang="en-US" sz="1200" dirty="0">
                <a:solidFill>
                  <a:schemeClr val="bg1"/>
                </a:solidFill>
              </a:rPr>
              <a:t>Constant prioritization to ensure high-value features are built first.</a:t>
            </a:r>
          </a:p>
        </p:txBody>
      </p:sp>
      <p:sp>
        <p:nvSpPr>
          <p:cNvPr id="19" name="TextBox 18">
            <a:extLst>
              <a:ext uri="{FF2B5EF4-FFF2-40B4-BE49-F238E27FC236}">
                <a16:creationId xmlns:a16="http://schemas.microsoft.com/office/drawing/2014/main" id="{38D8F25F-6D8C-6017-A547-12DF727EB93F}"/>
              </a:ext>
            </a:extLst>
          </p:cNvPr>
          <p:cNvSpPr txBox="1"/>
          <p:nvPr/>
        </p:nvSpPr>
        <p:spPr>
          <a:xfrm>
            <a:off x="5341883" y="3494604"/>
            <a:ext cx="2914889" cy="461665"/>
          </a:xfrm>
          <a:prstGeom prst="rect">
            <a:avLst/>
          </a:prstGeom>
          <a:noFill/>
        </p:spPr>
        <p:txBody>
          <a:bodyPr wrap="square" rtlCol="0">
            <a:spAutoFit/>
          </a:bodyPr>
          <a:lstStyle/>
          <a:p>
            <a:r>
              <a:rPr lang="en-US" sz="1200" dirty="0">
                <a:solidFill>
                  <a:schemeClr val="bg1"/>
                </a:solidFill>
              </a:rPr>
              <a:t>Integrating QA early to reduce technical debt and bugs.</a:t>
            </a:r>
          </a:p>
        </p:txBody>
      </p:sp>
      <p:sp>
        <p:nvSpPr>
          <p:cNvPr id="20" name="TextBox 19">
            <a:extLst>
              <a:ext uri="{FF2B5EF4-FFF2-40B4-BE49-F238E27FC236}">
                <a16:creationId xmlns:a16="http://schemas.microsoft.com/office/drawing/2014/main" id="{D85FE4EA-C7CC-9B19-958F-2F4B76C558F0}"/>
              </a:ext>
            </a:extLst>
          </p:cNvPr>
          <p:cNvSpPr txBox="1"/>
          <p:nvPr/>
        </p:nvSpPr>
        <p:spPr>
          <a:xfrm>
            <a:off x="5369870" y="4162537"/>
            <a:ext cx="2914889" cy="461665"/>
          </a:xfrm>
          <a:prstGeom prst="rect">
            <a:avLst/>
          </a:prstGeom>
          <a:noFill/>
        </p:spPr>
        <p:txBody>
          <a:bodyPr wrap="square" rtlCol="0">
            <a:spAutoFit/>
          </a:bodyPr>
          <a:lstStyle/>
          <a:p>
            <a:r>
              <a:rPr lang="en-US" sz="1200" dirty="0">
                <a:solidFill>
                  <a:schemeClr val="bg1"/>
                </a:solidFill>
              </a:rPr>
              <a:t>Team-driven reviews to adapt and improve processes.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7" name="PlaceHolder 1"/>
          <p:cNvSpPr>
            <a:spLocks noGrp="1"/>
          </p:cNvSpPr>
          <p:nvPr>
            <p:ph type="title"/>
          </p:nvPr>
        </p:nvSpPr>
        <p:spPr>
          <a:xfrm>
            <a:off x="714240" y="2314440"/>
            <a:ext cx="7581600" cy="837720"/>
          </a:xfrm>
          <a:prstGeom prst="rect">
            <a:avLst/>
          </a:prstGeom>
          <a:noFill/>
          <a:ln w="0">
            <a:noFill/>
          </a:ln>
          <a:effectLst>
            <a:outerShdw blurRad="142920" rotWithShape="0">
              <a:srgbClr val="8FFFFF">
                <a:alpha val="40000"/>
              </a:srgbClr>
            </a:outerShdw>
          </a:effectLst>
        </p:spPr>
        <p:txBody>
          <a:bodyPr lIns="91440" tIns="91440" rIns="91440" bIns="91440" anchor="ctr">
            <a:normAutofit/>
          </a:bodyPr>
          <a:lstStyle/>
          <a:p>
            <a:pPr indent="0" algn="r">
              <a:lnSpc>
                <a:spcPct val="100000"/>
              </a:lnSpc>
              <a:buNone/>
              <a:tabLst>
                <a:tab pos="0" algn="l"/>
              </a:tabLst>
            </a:pPr>
            <a:r>
              <a:rPr lang="en-US" sz="3500" b="1" u="none" strike="noStrike">
                <a:solidFill>
                  <a:schemeClr val="lt1"/>
                </a:solidFill>
                <a:effectLst/>
                <a:uFillTx/>
                <a:latin typeface="Exo"/>
                <a:ea typeface="Exo"/>
              </a:rPr>
              <a:t>Comparing Agile </a:t>
            </a:r>
            <a:r>
              <a:rPr lang="en-US" sz="3500" b="1" u="none" strike="noStrike">
                <a:solidFill>
                  <a:schemeClr val="accent2"/>
                </a:solidFill>
                <a:effectLst/>
                <a:uFillTx/>
                <a:latin typeface="Exo"/>
                <a:ea typeface="Exo"/>
              </a:rPr>
              <a:t>and Waterfall</a:t>
            </a:r>
            <a:endParaRPr lang="fr-FR" sz="3500" b="0" u="none" strike="noStrike">
              <a:solidFill>
                <a:schemeClr val="dk1"/>
              </a:solidFill>
              <a:effectLst/>
              <a:uFillTx/>
              <a:latin typeface="Arial"/>
            </a:endParaRPr>
          </a:p>
        </p:txBody>
      </p:sp>
      <p:sp>
        <p:nvSpPr>
          <p:cNvPr id="2849" name="PlaceHolder 3"/>
          <p:cNvSpPr>
            <a:spLocks noGrp="1"/>
          </p:cNvSpPr>
          <p:nvPr>
            <p:ph type="title"/>
          </p:nvPr>
        </p:nvSpPr>
        <p:spPr>
          <a:xfrm>
            <a:off x="5962680" y="-734400"/>
            <a:ext cx="2333160" cy="5059080"/>
          </a:xfrm>
          <a:prstGeom prst="rect">
            <a:avLst/>
          </a:prstGeom>
          <a:noFill/>
          <a:ln w="0">
            <a:noFill/>
          </a:ln>
          <a:effectLst>
            <a:outerShdw blurRad="57240" rotWithShape="0">
              <a:srgbClr val="8FFFFF"/>
            </a:outerShdw>
          </a:effectLst>
        </p:spPr>
        <p:txBody>
          <a:bodyPr lIns="91440" tIns="91440" rIns="91440" bIns="91440" anchor="ctr">
            <a:spAutoFit/>
          </a:bodyPr>
          <a:lstStyle/>
          <a:p>
            <a:pPr indent="0" algn="r">
              <a:lnSpc>
                <a:spcPct val="100000"/>
              </a:lnSpc>
              <a:buNone/>
              <a:tabLst>
                <a:tab pos="0" algn="l"/>
              </a:tabLst>
            </a:pPr>
            <a:r>
              <a:rPr lang="en-US" sz="8000" b="0" u="none" strike="noStrike">
                <a:solidFill>
                  <a:schemeClr val="accent2"/>
                </a:solidFill>
                <a:effectLst/>
                <a:uFillTx/>
                <a:latin typeface="Calibri"/>
                <a:ea typeface="Exo"/>
              </a:rPr>
              <a:t>02</a:t>
            </a:r>
            <a:endParaRPr lang="fr-FR" sz="8000" b="0" u="none" strike="noStrike">
              <a:solidFill>
                <a:schemeClr val="dk1"/>
              </a:solidFill>
              <a:effectLst/>
              <a:uFillTx/>
              <a:latin typeface="Arial"/>
            </a:endParaRPr>
          </a:p>
        </p:txBody>
      </p:sp>
      <p:grpSp>
        <p:nvGrpSpPr>
          <p:cNvPr id="2850" name="Google Shape;3534;p51"/>
          <p:cNvGrpSpPr/>
          <p:nvPr/>
        </p:nvGrpSpPr>
        <p:grpSpPr>
          <a:xfrm>
            <a:off x="1974600" y="3700440"/>
            <a:ext cx="883080" cy="241560"/>
            <a:chOff x="1974600" y="3700440"/>
            <a:chExt cx="883080" cy="241560"/>
          </a:xfrm>
        </p:grpSpPr>
        <p:sp>
          <p:nvSpPr>
            <p:cNvPr id="2851" name="Google Shape;3535;p51"/>
            <p:cNvSpPr/>
            <p:nvPr/>
          </p:nvSpPr>
          <p:spPr>
            <a:xfrm flipH="1">
              <a:off x="2705760" y="3700440"/>
              <a:ext cx="151920" cy="241560"/>
            </a:xfrm>
            <a:custGeom>
              <a:avLst/>
              <a:gdLst>
                <a:gd name="textAreaLeft" fmla="*/ 360 w 151920"/>
                <a:gd name="textAreaRight" fmla="*/ 15264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52" name="Google Shape;3536;p51"/>
            <p:cNvSpPr/>
            <p:nvPr/>
          </p:nvSpPr>
          <p:spPr>
            <a:xfrm flipH="1">
              <a:off x="2559600" y="370044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53" name="Google Shape;3537;p51"/>
            <p:cNvSpPr/>
            <p:nvPr/>
          </p:nvSpPr>
          <p:spPr>
            <a:xfrm flipH="1">
              <a:off x="2413440" y="370044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54" name="Google Shape;3538;p51"/>
            <p:cNvSpPr/>
            <p:nvPr/>
          </p:nvSpPr>
          <p:spPr>
            <a:xfrm flipH="1">
              <a:off x="2267280" y="370044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55" name="Google Shape;3539;p51"/>
            <p:cNvSpPr/>
            <p:nvPr/>
          </p:nvSpPr>
          <p:spPr>
            <a:xfrm flipH="1">
              <a:off x="2120760" y="370044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56" name="Google Shape;3540;p51"/>
            <p:cNvSpPr/>
            <p:nvPr/>
          </p:nvSpPr>
          <p:spPr>
            <a:xfrm flipH="1">
              <a:off x="1974600" y="3700440"/>
              <a:ext cx="150480" cy="241560"/>
            </a:xfrm>
            <a:custGeom>
              <a:avLst/>
              <a:gdLst>
                <a:gd name="textAreaLeft" fmla="*/ 360 w 150480"/>
                <a:gd name="textAreaRight" fmla="*/ 15120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857" name="Google Shape;3541;p51"/>
          <p:cNvGrpSpPr/>
          <p:nvPr/>
        </p:nvGrpSpPr>
        <p:grpSpPr>
          <a:xfrm>
            <a:off x="2146320" y="1551960"/>
            <a:ext cx="552600" cy="98640"/>
            <a:chOff x="2146320" y="1551960"/>
            <a:chExt cx="552600" cy="98640"/>
          </a:xfrm>
        </p:grpSpPr>
        <p:sp>
          <p:nvSpPr>
            <p:cNvPr id="2858" name="Google Shape;3542;p51"/>
            <p:cNvSpPr/>
            <p:nvPr/>
          </p:nvSpPr>
          <p:spPr>
            <a:xfrm rot="5400000">
              <a:off x="2600280" y="155196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59" name="Google Shape;3543;p51"/>
            <p:cNvSpPr/>
            <p:nvPr/>
          </p:nvSpPr>
          <p:spPr>
            <a:xfrm rot="5400000">
              <a:off x="2626920" y="157896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60" name="Google Shape;3544;p51"/>
            <p:cNvSpPr/>
            <p:nvPr/>
          </p:nvSpPr>
          <p:spPr>
            <a:xfrm rot="5400000">
              <a:off x="2146320" y="155484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61" name="Google Shape;3545;p51"/>
            <p:cNvSpPr/>
            <p:nvPr/>
          </p:nvSpPr>
          <p:spPr>
            <a:xfrm rot="5400000">
              <a:off x="2170080" y="15789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62" name="Google Shape;3546;p51"/>
            <p:cNvSpPr/>
            <p:nvPr/>
          </p:nvSpPr>
          <p:spPr>
            <a:xfrm rot="5400000">
              <a:off x="2422440" y="141624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863" name="Google Shape;3547;p51"/>
          <p:cNvGrpSpPr/>
          <p:nvPr/>
        </p:nvGrpSpPr>
        <p:grpSpPr>
          <a:xfrm>
            <a:off x="4886280" y="996480"/>
            <a:ext cx="1105560" cy="133920"/>
            <a:chOff x="4886280" y="996480"/>
            <a:chExt cx="1105560" cy="133920"/>
          </a:xfrm>
        </p:grpSpPr>
        <p:grpSp>
          <p:nvGrpSpPr>
            <p:cNvPr id="2864" name="Google Shape;3548;p51"/>
            <p:cNvGrpSpPr/>
            <p:nvPr/>
          </p:nvGrpSpPr>
          <p:grpSpPr>
            <a:xfrm>
              <a:off x="4886280" y="1079640"/>
              <a:ext cx="882720" cy="50760"/>
              <a:chOff x="4886280" y="1079640"/>
              <a:chExt cx="882720" cy="50760"/>
            </a:xfrm>
          </p:grpSpPr>
          <p:sp>
            <p:nvSpPr>
              <p:cNvPr id="2865" name="Google Shape;3549;p51"/>
              <p:cNvSpPr/>
              <p:nvPr/>
            </p:nvSpPr>
            <p:spPr>
              <a:xfrm>
                <a:off x="4886280" y="1079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66" name="Google Shape;3550;p51"/>
              <p:cNvSpPr/>
              <p:nvPr/>
            </p:nvSpPr>
            <p:spPr>
              <a:xfrm>
                <a:off x="4978800" y="1079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67" name="Google Shape;3551;p51"/>
              <p:cNvSpPr/>
              <p:nvPr/>
            </p:nvSpPr>
            <p:spPr>
              <a:xfrm>
                <a:off x="5070960" y="1079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68" name="Google Shape;3552;p51"/>
              <p:cNvSpPr/>
              <p:nvPr/>
            </p:nvSpPr>
            <p:spPr>
              <a:xfrm>
                <a:off x="5163480" y="1079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69" name="Google Shape;3553;p51"/>
              <p:cNvSpPr/>
              <p:nvPr/>
            </p:nvSpPr>
            <p:spPr>
              <a:xfrm>
                <a:off x="5256000" y="1079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70" name="Google Shape;3554;p51"/>
              <p:cNvSpPr/>
              <p:nvPr/>
            </p:nvSpPr>
            <p:spPr>
              <a:xfrm>
                <a:off x="5348520" y="1079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71" name="Google Shape;3555;p51"/>
              <p:cNvSpPr/>
              <p:nvPr/>
            </p:nvSpPr>
            <p:spPr>
              <a:xfrm>
                <a:off x="5441040" y="1079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72" name="Google Shape;3556;p51"/>
              <p:cNvSpPr/>
              <p:nvPr/>
            </p:nvSpPr>
            <p:spPr>
              <a:xfrm>
                <a:off x="5533560" y="1079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73" name="Google Shape;3557;p51"/>
              <p:cNvSpPr/>
              <p:nvPr/>
            </p:nvSpPr>
            <p:spPr>
              <a:xfrm>
                <a:off x="5626080" y="1079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74" name="Google Shape;3558;p51"/>
              <p:cNvSpPr/>
              <p:nvPr/>
            </p:nvSpPr>
            <p:spPr>
              <a:xfrm>
                <a:off x="5718240" y="107964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875" name="Google Shape;3559;p51"/>
            <p:cNvGrpSpPr/>
            <p:nvPr/>
          </p:nvGrpSpPr>
          <p:grpSpPr>
            <a:xfrm>
              <a:off x="5108760" y="996480"/>
              <a:ext cx="883080" cy="50760"/>
              <a:chOff x="5108760" y="996480"/>
              <a:chExt cx="883080" cy="50760"/>
            </a:xfrm>
          </p:grpSpPr>
          <p:sp>
            <p:nvSpPr>
              <p:cNvPr id="2876" name="Google Shape;3560;p51"/>
              <p:cNvSpPr/>
              <p:nvPr/>
            </p:nvSpPr>
            <p:spPr>
              <a:xfrm>
                <a:off x="5108760" y="996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77" name="Google Shape;3561;p51"/>
              <p:cNvSpPr/>
              <p:nvPr/>
            </p:nvSpPr>
            <p:spPr>
              <a:xfrm>
                <a:off x="5201280" y="996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78" name="Google Shape;3562;p51"/>
              <p:cNvSpPr/>
              <p:nvPr/>
            </p:nvSpPr>
            <p:spPr>
              <a:xfrm>
                <a:off x="5293800" y="996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79" name="Google Shape;3563;p51"/>
              <p:cNvSpPr/>
              <p:nvPr/>
            </p:nvSpPr>
            <p:spPr>
              <a:xfrm>
                <a:off x="5386320" y="996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80" name="Google Shape;3564;p51"/>
              <p:cNvSpPr/>
              <p:nvPr/>
            </p:nvSpPr>
            <p:spPr>
              <a:xfrm>
                <a:off x="5478840" y="996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81" name="Google Shape;3565;p51"/>
              <p:cNvSpPr/>
              <p:nvPr/>
            </p:nvSpPr>
            <p:spPr>
              <a:xfrm>
                <a:off x="5571360" y="996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82" name="Google Shape;3566;p51"/>
              <p:cNvSpPr/>
              <p:nvPr/>
            </p:nvSpPr>
            <p:spPr>
              <a:xfrm>
                <a:off x="5663520" y="996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83" name="Google Shape;3567;p51"/>
              <p:cNvSpPr/>
              <p:nvPr/>
            </p:nvSpPr>
            <p:spPr>
              <a:xfrm>
                <a:off x="5756040" y="996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84" name="Google Shape;3568;p51"/>
              <p:cNvSpPr/>
              <p:nvPr/>
            </p:nvSpPr>
            <p:spPr>
              <a:xfrm>
                <a:off x="5848560" y="996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85" name="Google Shape;3569;p51"/>
              <p:cNvSpPr/>
              <p:nvPr/>
            </p:nvSpPr>
            <p:spPr>
              <a:xfrm>
                <a:off x="5941080" y="99648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886" name="Google Shape;3570;p51"/>
          <p:cNvGrpSpPr/>
          <p:nvPr/>
        </p:nvGrpSpPr>
        <p:grpSpPr>
          <a:xfrm>
            <a:off x="5447160" y="4536000"/>
            <a:ext cx="1252800" cy="50760"/>
            <a:chOff x="5447160" y="4536000"/>
            <a:chExt cx="1252800" cy="50760"/>
          </a:xfrm>
        </p:grpSpPr>
        <p:sp>
          <p:nvSpPr>
            <p:cNvPr id="2887" name="Google Shape;3571;p51"/>
            <p:cNvSpPr/>
            <p:nvPr/>
          </p:nvSpPr>
          <p:spPr>
            <a:xfrm>
              <a:off x="544716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88" name="Google Shape;3572;p51"/>
            <p:cNvSpPr/>
            <p:nvPr/>
          </p:nvSpPr>
          <p:spPr>
            <a:xfrm>
              <a:off x="55396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89" name="Google Shape;3573;p51"/>
            <p:cNvSpPr/>
            <p:nvPr/>
          </p:nvSpPr>
          <p:spPr>
            <a:xfrm>
              <a:off x="563220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90" name="Google Shape;3574;p51"/>
            <p:cNvSpPr/>
            <p:nvPr/>
          </p:nvSpPr>
          <p:spPr>
            <a:xfrm>
              <a:off x="572472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91" name="Google Shape;3575;p51"/>
            <p:cNvSpPr/>
            <p:nvPr/>
          </p:nvSpPr>
          <p:spPr>
            <a:xfrm>
              <a:off x="581724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92" name="Google Shape;3576;p51"/>
            <p:cNvSpPr/>
            <p:nvPr/>
          </p:nvSpPr>
          <p:spPr>
            <a:xfrm>
              <a:off x="590976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93" name="Google Shape;3577;p51"/>
            <p:cNvSpPr/>
            <p:nvPr/>
          </p:nvSpPr>
          <p:spPr>
            <a:xfrm>
              <a:off x="60022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94" name="Google Shape;3578;p51"/>
            <p:cNvSpPr/>
            <p:nvPr/>
          </p:nvSpPr>
          <p:spPr>
            <a:xfrm>
              <a:off x="609444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95" name="Google Shape;3579;p51"/>
            <p:cNvSpPr/>
            <p:nvPr/>
          </p:nvSpPr>
          <p:spPr>
            <a:xfrm>
              <a:off x="618696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96" name="Google Shape;3580;p51"/>
            <p:cNvSpPr/>
            <p:nvPr/>
          </p:nvSpPr>
          <p:spPr>
            <a:xfrm>
              <a:off x="62794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97" name="Google Shape;3581;p51"/>
            <p:cNvSpPr/>
            <p:nvPr/>
          </p:nvSpPr>
          <p:spPr>
            <a:xfrm>
              <a:off x="637200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98" name="Google Shape;3582;p51"/>
            <p:cNvSpPr/>
            <p:nvPr/>
          </p:nvSpPr>
          <p:spPr>
            <a:xfrm>
              <a:off x="646452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99" name="Google Shape;3583;p51"/>
            <p:cNvSpPr/>
            <p:nvPr/>
          </p:nvSpPr>
          <p:spPr>
            <a:xfrm>
              <a:off x="655668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00" name="Google Shape;3584;p51"/>
            <p:cNvSpPr/>
            <p:nvPr/>
          </p:nvSpPr>
          <p:spPr>
            <a:xfrm>
              <a:off x="6649200" y="453600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901" name="Google Shape;3585;p51"/>
          <p:cNvGrpSpPr/>
          <p:nvPr/>
        </p:nvGrpSpPr>
        <p:grpSpPr>
          <a:xfrm>
            <a:off x="3913560" y="1624320"/>
            <a:ext cx="882720" cy="241560"/>
            <a:chOff x="3913560" y="1624320"/>
            <a:chExt cx="882720" cy="241560"/>
          </a:xfrm>
        </p:grpSpPr>
        <p:sp>
          <p:nvSpPr>
            <p:cNvPr id="2902" name="Google Shape;3586;p51"/>
            <p:cNvSpPr/>
            <p:nvPr/>
          </p:nvSpPr>
          <p:spPr>
            <a:xfrm rot="10800000">
              <a:off x="4644360" y="162432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03" name="Google Shape;3587;p51"/>
            <p:cNvSpPr/>
            <p:nvPr/>
          </p:nvSpPr>
          <p:spPr>
            <a:xfrm rot="10800000">
              <a:off x="4498560" y="16243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04" name="Google Shape;3588;p51"/>
            <p:cNvSpPr/>
            <p:nvPr/>
          </p:nvSpPr>
          <p:spPr>
            <a:xfrm rot="10800000">
              <a:off x="4352400" y="16243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05" name="Google Shape;3589;p51"/>
            <p:cNvSpPr/>
            <p:nvPr/>
          </p:nvSpPr>
          <p:spPr>
            <a:xfrm rot="10800000">
              <a:off x="4206240" y="16243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06" name="Google Shape;3590;p51"/>
            <p:cNvSpPr/>
            <p:nvPr/>
          </p:nvSpPr>
          <p:spPr>
            <a:xfrm rot="10800000">
              <a:off x="4059720" y="16243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07" name="Google Shape;3591;p51"/>
            <p:cNvSpPr/>
            <p:nvPr/>
          </p:nvSpPr>
          <p:spPr>
            <a:xfrm rot="10800000">
              <a:off x="3913560" y="16243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 name="Rectangle 2907"/>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800" b="1" u="none" strike="noStrike">
                <a:solidFill>
                  <a:schemeClr val="lt1"/>
                </a:solidFill>
                <a:effectLst/>
                <a:uFillTx/>
                <a:latin typeface="Exo"/>
              </a:rPr>
              <a:t>How Waterfall Would </a:t>
            </a:r>
            <a:r>
              <a:rPr lang="en-US" sz="2800" b="1" u="none" strike="noStrike">
                <a:solidFill>
                  <a:schemeClr val="accent2"/>
                </a:solidFill>
                <a:effectLst/>
                <a:uFillTx/>
                <a:latin typeface="Exo"/>
              </a:rPr>
              <a:t>Differ</a:t>
            </a:r>
            <a:endParaRPr lang="en-US" sz="2800" b="0" u="none" strike="noStrike">
              <a:solidFill>
                <a:srgbClr val="FFFFFF"/>
              </a:solidFill>
              <a:effectLst/>
              <a:uFillTx/>
              <a:latin typeface="OpenSymbol"/>
            </a:endParaRPr>
          </a:p>
        </p:txBody>
      </p:sp>
      <p:sp>
        <p:nvSpPr>
          <p:cNvPr id="2909" name="Rectangle 2908"/>
          <p:cNvSpPr/>
          <p:nvPr/>
        </p:nvSpPr>
        <p:spPr>
          <a:xfrm>
            <a:off x="476280" y="952920"/>
            <a:ext cx="8271794" cy="1186872"/>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dirty="0">
                <a:solidFill>
                  <a:schemeClr val="lt1"/>
                </a:solidFill>
                <a:effectLst/>
                <a:uFillTx/>
                <a:latin typeface="PT Sans"/>
              </a:rPr>
              <a:t>The Waterfall model follows a </a:t>
            </a:r>
            <a:r>
              <a:rPr lang="en-US" sz="1200" b="1" u="none" strike="noStrike" dirty="0">
                <a:solidFill>
                  <a:schemeClr val="lt1"/>
                </a:solidFill>
                <a:effectLst/>
                <a:uFillTx/>
                <a:latin typeface="PT Sans"/>
              </a:rPr>
              <a:t>linear and sequential</a:t>
            </a:r>
            <a:r>
              <a:rPr lang="en-US" sz="1200" b="0" u="none" strike="noStrike" dirty="0">
                <a:solidFill>
                  <a:schemeClr val="lt1"/>
                </a:solidFill>
                <a:effectLst/>
                <a:uFillTx/>
                <a:latin typeface="PT Sans"/>
              </a:rPr>
              <a:t> approach with clearly defined phases and fixed requirements. Testing occurs only at the end, increasing risk of late defect discovery. Changes after requirements are locked often cause delays and costly redesigns. Waterfall’s structure suits projects with well-understood scope but lacks agility for dynamic environments like software development.</a:t>
            </a:r>
            <a:endParaRPr lang="en-US" sz="1200" b="0" u="none" strike="noStrike" dirty="0">
              <a:solidFill>
                <a:srgbClr val="FFFFFF"/>
              </a:solidFill>
              <a:effectLst/>
              <a:uFillTx/>
              <a:latin typeface="OpenSymbol"/>
            </a:endParaRPr>
          </a:p>
        </p:txBody>
      </p:sp>
      <p:pic>
        <p:nvPicPr>
          <p:cNvPr id="3" name="Graphic 2" descr="Warning with solid fill">
            <a:extLst>
              <a:ext uri="{FF2B5EF4-FFF2-40B4-BE49-F238E27FC236}">
                <a16:creationId xmlns:a16="http://schemas.microsoft.com/office/drawing/2014/main" id="{ACED69F4-7BEB-225F-9272-E5D4CC5385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83540" y="3892645"/>
            <a:ext cx="362217" cy="362217"/>
          </a:xfrm>
          <a:prstGeom prst="rect">
            <a:avLst/>
          </a:prstGeom>
        </p:spPr>
      </p:pic>
      <p:pic>
        <p:nvPicPr>
          <p:cNvPr id="5" name="Graphic 4" descr="Lock with solid fill">
            <a:extLst>
              <a:ext uri="{FF2B5EF4-FFF2-40B4-BE49-F238E27FC236}">
                <a16:creationId xmlns:a16="http://schemas.microsoft.com/office/drawing/2014/main" id="{00FA1614-7F23-B89D-1A27-B48AB60658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74322" y="2935851"/>
            <a:ext cx="416697" cy="416697"/>
          </a:xfrm>
          <a:prstGeom prst="rect">
            <a:avLst/>
          </a:prstGeom>
        </p:spPr>
      </p:pic>
      <p:pic>
        <p:nvPicPr>
          <p:cNvPr id="11" name="Graphic 10" descr="Bug with solid fill">
            <a:extLst>
              <a:ext uri="{FF2B5EF4-FFF2-40B4-BE49-F238E27FC236}">
                <a16:creationId xmlns:a16="http://schemas.microsoft.com/office/drawing/2014/main" id="{53D550F2-E9D6-7B8B-648F-54762AD4018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74323" y="3392194"/>
            <a:ext cx="416697" cy="416697"/>
          </a:xfrm>
          <a:prstGeom prst="rect">
            <a:avLst/>
          </a:prstGeom>
        </p:spPr>
      </p:pic>
      <p:pic>
        <p:nvPicPr>
          <p:cNvPr id="13" name="Graphic 12" descr="Checklist with solid fill">
            <a:extLst>
              <a:ext uri="{FF2B5EF4-FFF2-40B4-BE49-F238E27FC236}">
                <a16:creationId xmlns:a16="http://schemas.microsoft.com/office/drawing/2014/main" id="{72B89D58-AFF7-3B89-74C8-C96F6B06E81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661005" y="3385083"/>
            <a:ext cx="416697" cy="416697"/>
          </a:xfrm>
          <a:prstGeom prst="rect">
            <a:avLst/>
          </a:prstGeom>
        </p:spPr>
      </p:pic>
      <p:pic>
        <p:nvPicPr>
          <p:cNvPr id="21" name="Graphic 20" descr="Stopwatch with solid fill">
            <a:extLst>
              <a:ext uri="{FF2B5EF4-FFF2-40B4-BE49-F238E27FC236}">
                <a16:creationId xmlns:a16="http://schemas.microsoft.com/office/drawing/2014/main" id="{29DFD79F-3CA3-870A-EA10-152647A7A5A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774322" y="2479507"/>
            <a:ext cx="416697" cy="416697"/>
          </a:xfrm>
          <a:prstGeom prst="rect">
            <a:avLst/>
          </a:prstGeom>
        </p:spPr>
      </p:pic>
      <p:pic>
        <p:nvPicPr>
          <p:cNvPr id="23" name="Graphic 22" descr="Refresh with solid fill">
            <a:extLst>
              <a:ext uri="{FF2B5EF4-FFF2-40B4-BE49-F238E27FC236}">
                <a16:creationId xmlns:a16="http://schemas.microsoft.com/office/drawing/2014/main" id="{4D092418-C9C4-B95B-4825-F515132E46D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661005" y="2535789"/>
            <a:ext cx="367527" cy="367527"/>
          </a:xfrm>
          <a:prstGeom prst="rect">
            <a:avLst/>
          </a:prstGeom>
        </p:spPr>
      </p:pic>
      <p:pic>
        <p:nvPicPr>
          <p:cNvPr id="25" name="Graphic 24" descr="Settings with solid fill">
            <a:extLst>
              <a:ext uri="{FF2B5EF4-FFF2-40B4-BE49-F238E27FC236}">
                <a16:creationId xmlns:a16="http://schemas.microsoft.com/office/drawing/2014/main" id="{30C9CB9E-FF96-CBD6-6D12-CE7D76E4260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651360" y="2935851"/>
            <a:ext cx="416697" cy="416697"/>
          </a:xfrm>
          <a:prstGeom prst="rect">
            <a:avLst/>
          </a:prstGeom>
        </p:spPr>
      </p:pic>
      <p:sp>
        <p:nvSpPr>
          <p:cNvPr id="28" name="Rectangle: Rounded Corners 27">
            <a:extLst>
              <a:ext uri="{FF2B5EF4-FFF2-40B4-BE49-F238E27FC236}">
                <a16:creationId xmlns:a16="http://schemas.microsoft.com/office/drawing/2014/main" id="{A9BB0B53-A50E-A44F-ED2F-2D65C634719B}"/>
              </a:ext>
            </a:extLst>
          </p:cNvPr>
          <p:cNvSpPr/>
          <p:nvPr/>
        </p:nvSpPr>
        <p:spPr>
          <a:xfrm>
            <a:off x="920978" y="2307815"/>
            <a:ext cx="3651022" cy="209273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58F896D9-EC44-81EB-4AA1-EFD6DB2C0929}"/>
              </a:ext>
            </a:extLst>
          </p:cNvPr>
          <p:cNvSpPr/>
          <p:nvPr/>
        </p:nvSpPr>
        <p:spPr>
          <a:xfrm>
            <a:off x="4824738" y="2307815"/>
            <a:ext cx="3651022" cy="2092735"/>
          </a:xfrm>
          <a:prstGeom prst="round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103E004-713C-F21F-08D3-EA9E7DF12D41}"/>
              </a:ext>
            </a:extLst>
          </p:cNvPr>
          <p:cNvSpPr txBox="1"/>
          <p:nvPr/>
        </p:nvSpPr>
        <p:spPr>
          <a:xfrm>
            <a:off x="2191019" y="2468661"/>
            <a:ext cx="1866217" cy="307777"/>
          </a:xfrm>
          <a:prstGeom prst="rect">
            <a:avLst/>
          </a:prstGeom>
          <a:noFill/>
        </p:spPr>
        <p:txBody>
          <a:bodyPr wrap="none" rtlCol="0">
            <a:spAutoFit/>
          </a:bodyPr>
          <a:lstStyle/>
          <a:p>
            <a:r>
              <a:rPr lang="en-US" sz="1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Linear &amp; Sequential</a:t>
            </a:r>
          </a:p>
        </p:txBody>
      </p:sp>
      <p:sp>
        <p:nvSpPr>
          <p:cNvPr id="31" name="TextBox 30">
            <a:extLst>
              <a:ext uri="{FF2B5EF4-FFF2-40B4-BE49-F238E27FC236}">
                <a16:creationId xmlns:a16="http://schemas.microsoft.com/office/drawing/2014/main" id="{39854071-2BD1-9CA9-7CCE-A5B98F47C3D1}"/>
              </a:ext>
            </a:extLst>
          </p:cNvPr>
          <p:cNvSpPr txBox="1"/>
          <p:nvPr/>
        </p:nvSpPr>
        <p:spPr>
          <a:xfrm>
            <a:off x="2191018" y="2937284"/>
            <a:ext cx="1887055" cy="307777"/>
          </a:xfrm>
          <a:prstGeom prst="rect">
            <a:avLst/>
          </a:prstGeom>
          <a:noFill/>
        </p:spPr>
        <p:txBody>
          <a:bodyPr wrap="none" rtlCol="0">
            <a:spAutoFit/>
          </a:bodyPr>
          <a:lstStyle/>
          <a:p>
            <a:r>
              <a:rPr lang="en-US" sz="1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Fixed Requirements</a:t>
            </a:r>
          </a:p>
        </p:txBody>
      </p:sp>
      <p:sp>
        <p:nvSpPr>
          <p:cNvPr id="32" name="TextBox 31">
            <a:extLst>
              <a:ext uri="{FF2B5EF4-FFF2-40B4-BE49-F238E27FC236}">
                <a16:creationId xmlns:a16="http://schemas.microsoft.com/office/drawing/2014/main" id="{D37D7291-5432-6886-CBA3-25AD0DD5FBDB}"/>
              </a:ext>
            </a:extLst>
          </p:cNvPr>
          <p:cNvSpPr txBox="1"/>
          <p:nvPr/>
        </p:nvSpPr>
        <p:spPr>
          <a:xfrm>
            <a:off x="2179297" y="3357169"/>
            <a:ext cx="1236236" cy="307777"/>
          </a:xfrm>
          <a:prstGeom prst="rect">
            <a:avLst/>
          </a:prstGeom>
          <a:noFill/>
        </p:spPr>
        <p:txBody>
          <a:bodyPr wrap="none" rtlCol="0">
            <a:spAutoFit/>
          </a:bodyPr>
          <a:lstStyle/>
          <a:p>
            <a:r>
              <a:rPr lang="en-US" sz="14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Late Testing</a:t>
            </a:r>
          </a:p>
        </p:txBody>
      </p:sp>
      <p:sp>
        <p:nvSpPr>
          <p:cNvPr id="33" name="TextBox 32">
            <a:extLst>
              <a:ext uri="{FF2B5EF4-FFF2-40B4-BE49-F238E27FC236}">
                <a16:creationId xmlns:a16="http://schemas.microsoft.com/office/drawing/2014/main" id="{632B002A-AEF1-5791-1D33-28EC4D7C3A41}"/>
              </a:ext>
            </a:extLst>
          </p:cNvPr>
          <p:cNvSpPr txBox="1"/>
          <p:nvPr/>
        </p:nvSpPr>
        <p:spPr>
          <a:xfrm>
            <a:off x="2191017" y="3890162"/>
            <a:ext cx="2249295" cy="400110"/>
          </a:xfrm>
          <a:prstGeom prst="rect">
            <a:avLst/>
          </a:prstGeom>
          <a:noFill/>
        </p:spPr>
        <p:txBody>
          <a:bodyPr wrap="square" rtlCol="0">
            <a:spAutoFit/>
          </a:bodyPr>
          <a:lstStyle/>
          <a:p>
            <a:r>
              <a:rPr lang="en-US" sz="10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t>Feature changes would require full redesign &amp; significant delays</a:t>
            </a:r>
          </a:p>
        </p:txBody>
      </p:sp>
      <p:sp>
        <p:nvSpPr>
          <p:cNvPr id="34" name="TextBox 33">
            <a:extLst>
              <a:ext uri="{FF2B5EF4-FFF2-40B4-BE49-F238E27FC236}">
                <a16:creationId xmlns:a16="http://schemas.microsoft.com/office/drawing/2014/main" id="{7793BC56-26F1-259C-6595-4A12E7453BF7}"/>
              </a:ext>
            </a:extLst>
          </p:cNvPr>
          <p:cNvSpPr txBox="1"/>
          <p:nvPr/>
        </p:nvSpPr>
        <p:spPr>
          <a:xfrm>
            <a:off x="2179298" y="2675428"/>
            <a:ext cx="2388795" cy="253916"/>
          </a:xfrm>
          <a:prstGeom prst="rect">
            <a:avLst/>
          </a:prstGeom>
          <a:noFill/>
        </p:spPr>
        <p:txBody>
          <a:bodyPr wrap="none" rtlCol="0">
            <a:spAutoFit/>
          </a:bodyPr>
          <a:lstStyle/>
          <a:p>
            <a:r>
              <a:rPr lang="en-US" sz="1050" dirty="0">
                <a:solidFill>
                  <a:schemeClr val="bg1"/>
                </a:solidFill>
                <a:latin typeface="Aptos Narrow" panose="020B0004020202020204" pitchFamily="34" charset="0"/>
              </a:rPr>
              <a:t>Stages must complete before next begins</a:t>
            </a:r>
          </a:p>
        </p:txBody>
      </p:sp>
      <p:sp>
        <p:nvSpPr>
          <p:cNvPr id="35" name="TextBox 34">
            <a:extLst>
              <a:ext uri="{FF2B5EF4-FFF2-40B4-BE49-F238E27FC236}">
                <a16:creationId xmlns:a16="http://schemas.microsoft.com/office/drawing/2014/main" id="{AFBD68C4-7F8E-2245-8344-EF1E730AEBF9}"/>
              </a:ext>
            </a:extLst>
          </p:cNvPr>
          <p:cNvSpPr txBox="1"/>
          <p:nvPr/>
        </p:nvSpPr>
        <p:spPr>
          <a:xfrm>
            <a:off x="2179297" y="3131167"/>
            <a:ext cx="2180405" cy="253916"/>
          </a:xfrm>
          <a:prstGeom prst="rect">
            <a:avLst/>
          </a:prstGeom>
          <a:noFill/>
        </p:spPr>
        <p:txBody>
          <a:bodyPr wrap="none" rtlCol="0">
            <a:spAutoFit/>
          </a:bodyPr>
          <a:lstStyle/>
          <a:p>
            <a:r>
              <a:rPr lang="en-US" sz="1050" dirty="0">
                <a:solidFill>
                  <a:schemeClr val="bg1"/>
                </a:solidFill>
                <a:latin typeface="Aptos Narrow" panose="020B0004020202020204" pitchFamily="34" charset="0"/>
              </a:rPr>
              <a:t>Scope defined upfront; rigid structure</a:t>
            </a:r>
          </a:p>
        </p:txBody>
      </p:sp>
      <p:sp>
        <p:nvSpPr>
          <p:cNvPr id="36" name="TextBox 35">
            <a:extLst>
              <a:ext uri="{FF2B5EF4-FFF2-40B4-BE49-F238E27FC236}">
                <a16:creationId xmlns:a16="http://schemas.microsoft.com/office/drawing/2014/main" id="{D34A937A-1691-5914-5F37-A92869E583A4}"/>
              </a:ext>
            </a:extLst>
          </p:cNvPr>
          <p:cNvSpPr txBox="1"/>
          <p:nvPr/>
        </p:nvSpPr>
        <p:spPr>
          <a:xfrm>
            <a:off x="2179297" y="3565406"/>
            <a:ext cx="2262158" cy="253916"/>
          </a:xfrm>
          <a:prstGeom prst="rect">
            <a:avLst/>
          </a:prstGeom>
          <a:noFill/>
        </p:spPr>
        <p:txBody>
          <a:bodyPr wrap="none" rtlCol="0">
            <a:spAutoFit/>
          </a:bodyPr>
          <a:lstStyle/>
          <a:p>
            <a:r>
              <a:rPr lang="en-US" sz="1050" dirty="0">
                <a:solidFill>
                  <a:schemeClr val="bg1"/>
                </a:solidFill>
                <a:latin typeface="Aptos Narrow" panose="020B0004020202020204" pitchFamily="34" charset="0"/>
              </a:rPr>
              <a:t>QA happens at the end; bugs are costly</a:t>
            </a:r>
          </a:p>
        </p:txBody>
      </p:sp>
      <p:sp>
        <p:nvSpPr>
          <p:cNvPr id="37" name="TextBox 36">
            <a:extLst>
              <a:ext uri="{FF2B5EF4-FFF2-40B4-BE49-F238E27FC236}">
                <a16:creationId xmlns:a16="http://schemas.microsoft.com/office/drawing/2014/main" id="{49A33BEF-2CD4-83A6-B8ED-E126AE646D7D}"/>
              </a:ext>
            </a:extLst>
          </p:cNvPr>
          <p:cNvSpPr txBox="1"/>
          <p:nvPr/>
        </p:nvSpPr>
        <p:spPr>
          <a:xfrm>
            <a:off x="6028531" y="2442089"/>
            <a:ext cx="2185214" cy="307777"/>
          </a:xfrm>
          <a:prstGeom prst="rect">
            <a:avLst/>
          </a:prstGeom>
          <a:noFill/>
        </p:spPr>
        <p:txBody>
          <a:bodyPr wrap="none" rtlCol="0">
            <a:spAutoFit/>
          </a:bodyPr>
          <a:lstStyle/>
          <a:p>
            <a:r>
              <a:rPr lang="en-US" sz="1400" dirty="0">
                <a:solidFill>
                  <a:schemeClr val="accent3"/>
                </a:solidFill>
                <a:latin typeface="ADLaM Display" panose="02010000000000000000" pitchFamily="2" charset="0"/>
                <a:ea typeface="ADLaM Display" panose="02010000000000000000" pitchFamily="2" charset="0"/>
                <a:cs typeface="ADLaM Display" panose="02010000000000000000" pitchFamily="2" charset="0"/>
              </a:rPr>
              <a:t>Iterative &amp; Incremental</a:t>
            </a:r>
          </a:p>
        </p:txBody>
      </p:sp>
      <p:sp>
        <p:nvSpPr>
          <p:cNvPr id="38" name="TextBox 37">
            <a:extLst>
              <a:ext uri="{FF2B5EF4-FFF2-40B4-BE49-F238E27FC236}">
                <a16:creationId xmlns:a16="http://schemas.microsoft.com/office/drawing/2014/main" id="{0624A75A-83CB-1821-4F1F-CD69B81D5F6F}"/>
              </a:ext>
            </a:extLst>
          </p:cNvPr>
          <p:cNvSpPr txBox="1"/>
          <p:nvPr/>
        </p:nvSpPr>
        <p:spPr>
          <a:xfrm>
            <a:off x="6028529" y="2909717"/>
            <a:ext cx="1523174" cy="307777"/>
          </a:xfrm>
          <a:prstGeom prst="rect">
            <a:avLst/>
          </a:prstGeom>
          <a:noFill/>
        </p:spPr>
        <p:txBody>
          <a:bodyPr wrap="none" rtlCol="0">
            <a:spAutoFit/>
          </a:bodyPr>
          <a:lstStyle/>
          <a:p>
            <a:r>
              <a:rPr lang="en-US" sz="1400" dirty="0">
                <a:solidFill>
                  <a:schemeClr val="accent3"/>
                </a:solidFill>
                <a:latin typeface="ADLaM Display" panose="02010000000000000000" pitchFamily="2" charset="0"/>
                <a:ea typeface="ADLaM Display" panose="02010000000000000000" pitchFamily="2" charset="0"/>
                <a:cs typeface="ADLaM Display" panose="02010000000000000000" pitchFamily="2" charset="0"/>
              </a:rPr>
              <a:t>Adaptive Scope</a:t>
            </a:r>
          </a:p>
        </p:txBody>
      </p:sp>
      <p:sp>
        <p:nvSpPr>
          <p:cNvPr id="39" name="TextBox 38">
            <a:extLst>
              <a:ext uri="{FF2B5EF4-FFF2-40B4-BE49-F238E27FC236}">
                <a16:creationId xmlns:a16="http://schemas.microsoft.com/office/drawing/2014/main" id="{375354ED-3A1D-4926-6F82-92CE24BC9030}"/>
              </a:ext>
            </a:extLst>
          </p:cNvPr>
          <p:cNvSpPr txBox="1"/>
          <p:nvPr/>
        </p:nvSpPr>
        <p:spPr>
          <a:xfrm>
            <a:off x="6028527" y="3322316"/>
            <a:ext cx="1854995" cy="307777"/>
          </a:xfrm>
          <a:prstGeom prst="rect">
            <a:avLst/>
          </a:prstGeom>
          <a:noFill/>
        </p:spPr>
        <p:txBody>
          <a:bodyPr wrap="none" rtlCol="0">
            <a:spAutoFit/>
          </a:bodyPr>
          <a:lstStyle/>
          <a:p>
            <a:r>
              <a:rPr lang="en-US" sz="1400" dirty="0">
                <a:solidFill>
                  <a:schemeClr val="accent3"/>
                </a:solidFill>
                <a:latin typeface="ADLaM Display" panose="02010000000000000000" pitchFamily="2" charset="0"/>
                <a:ea typeface="ADLaM Display" panose="02010000000000000000" pitchFamily="2" charset="0"/>
                <a:cs typeface="ADLaM Display" panose="02010000000000000000" pitchFamily="2" charset="0"/>
              </a:rPr>
              <a:t>Continuous Testing</a:t>
            </a:r>
          </a:p>
        </p:txBody>
      </p:sp>
      <p:sp>
        <p:nvSpPr>
          <p:cNvPr id="40" name="TextBox 39">
            <a:extLst>
              <a:ext uri="{FF2B5EF4-FFF2-40B4-BE49-F238E27FC236}">
                <a16:creationId xmlns:a16="http://schemas.microsoft.com/office/drawing/2014/main" id="{DFE1C25F-1678-7C67-65F5-1CE1AAFBF39B}"/>
              </a:ext>
            </a:extLst>
          </p:cNvPr>
          <p:cNvSpPr txBox="1"/>
          <p:nvPr/>
        </p:nvSpPr>
        <p:spPr>
          <a:xfrm>
            <a:off x="6028530" y="2664194"/>
            <a:ext cx="2218877" cy="253916"/>
          </a:xfrm>
          <a:prstGeom prst="rect">
            <a:avLst/>
          </a:prstGeom>
          <a:noFill/>
        </p:spPr>
        <p:txBody>
          <a:bodyPr wrap="none" rtlCol="0">
            <a:spAutoFit/>
          </a:bodyPr>
          <a:lstStyle/>
          <a:p>
            <a:r>
              <a:rPr lang="en-US" sz="1050" dirty="0">
                <a:solidFill>
                  <a:schemeClr val="bg1"/>
                </a:solidFill>
                <a:latin typeface="Aptos Narrow" panose="020B0004020202020204" pitchFamily="34" charset="0"/>
              </a:rPr>
              <a:t>Delivers value in small, usable chunks</a:t>
            </a:r>
          </a:p>
        </p:txBody>
      </p:sp>
      <p:sp>
        <p:nvSpPr>
          <p:cNvPr id="41" name="TextBox 40">
            <a:extLst>
              <a:ext uri="{FF2B5EF4-FFF2-40B4-BE49-F238E27FC236}">
                <a16:creationId xmlns:a16="http://schemas.microsoft.com/office/drawing/2014/main" id="{9F39A870-3AAD-D754-600B-F8C778371B7C}"/>
              </a:ext>
            </a:extLst>
          </p:cNvPr>
          <p:cNvSpPr txBox="1"/>
          <p:nvPr/>
        </p:nvSpPr>
        <p:spPr>
          <a:xfrm>
            <a:off x="6028528" y="3106245"/>
            <a:ext cx="2016899" cy="253916"/>
          </a:xfrm>
          <a:prstGeom prst="rect">
            <a:avLst/>
          </a:prstGeom>
          <a:noFill/>
        </p:spPr>
        <p:txBody>
          <a:bodyPr wrap="none" rtlCol="0">
            <a:spAutoFit/>
          </a:bodyPr>
          <a:lstStyle/>
          <a:p>
            <a:r>
              <a:rPr lang="en-US" sz="1050" dirty="0">
                <a:solidFill>
                  <a:schemeClr val="bg1"/>
                </a:solidFill>
                <a:latin typeface="Aptos Narrow" panose="020B0004020202020204" pitchFamily="34" charset="0"/>
              </a:rPr>
              <a:t>Welcomes changing requirements</a:t>
            </a:r>
          </a:p>
        </p:txBody>
      </p:sp>
      <p:sp>
        <p:nvSpPr>
          <p:cNvPr id="42" name="TextBox 41">
            <a:extLst>
              <a:ext uri="{FF2B5EF4-FFF2-40B4-BE49-F238E27FC236}">
                <a16:creationId xmlns:a16="http://schemas.microsoft.com/office/drawing/2014/main" id="{6870D7BA-7AA5-A468-4D4D-A6EFD05AD048}"/>
              </a:ext>
            </a:extLst>
          </p:cNvPr>
          <p:cNvSpPr txBox="1"/>
          <p:nvPr/>
        </p:nvSpPr>
        <p:spPr>
          <a:xfrm>
            <a:off x="6068057" y="3533899"/>
            <a:ext cx="2270173" cy="253916"/>
          </a:xfrm>
          <a:prstGeom prst="rect">
            <a:avLst/>
          </a:prstGeom>
          <a:noFill/>
        </p:spPr>
        <p:txBody>
          <a:bodyPr wrap="none" rtlCol="0">
            <a:spAutoFit/>
          </a:bodyPr>
          <a:lstStyle/>
          <a:p>
            <a:r>
              <a:rPr lang="en-US" sz="1050" dirty="0">
                <a:solidFill>
                  <a:schemeClr val="bg1"/>
                </a:solidFill>
                <a:latin typeface="Aptos Narrow" panose="020B0004020202020204" pitchFamily="34" charset="0"/>
              </a:rPr>
              <a:t>QA integrated throughout development</a:t>
            </a:r>
          </a:p>
        </p:txBody>
      </p:sp>
      <p:pic>
        <p:nvPicPr>
          <p:cNvPr id="44" name="Graphic 43" descr="Infinity with solid fill">
            <a:extLst>
              <a:ext uri="{FF2B5EF4-FFF2-40B4-BE49-F238E27FC236}">
                <a16:creationId xmlns:a16="http://schemas.microsoft.com/office/drawing/2014/main" id="{7A1C44C8-CD9E-26C3-0791-B370DAF365FF}"/>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125525" y="2776438"/>
            <a:ext cx="344678" cy="344678"/>
          </a:xfrm>
          <a:prstGeom prst="rect">
            <a:avLst/>
          </a:prstGeom>
        </p:spPr>
      </p:pic>
      <p:pic>
        <p:nvPicPr>
          <p:cNvPr id="46" name="Graphic 45" descr="Good Inventory with solid fill">
            <a:extLst>
              <a:ext uri="{FF2B5EF4-FFF2-40B4-BE49-F238E27FC236}">
                <a16:creationId xmlns:a16="http://schemas.microsoft.com/office/drawing/2014/main" id="{E7A4A1FF-D5A0-80AE-F804-56EF0718FFEB}"/>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787848" y="3850291"/>
            <a:ext cx="438617" cy="438617"/>
          </a:xfrm>
          <a:prstGeom prst="rect">
            <a:avLst/>
          </a:prstGeom>
        </p:spPr>
      </p:pic>
      <p:sp>
        <p:nvSpPr>
          <p:cNvPr id="47" name="Oval 46">
            <a:extLst>
              <a:ext uri="{FF2B5EF4-FFF2-40B4-BE49-F238E27FC236}">
                <a16:creationId xmlns:a16="http://schemas.microsoft.com/office/drawing/2014/main" id="{F97201AF-C20C-218E-FCA3-17368E853822}"/>
              </a:ext>
            </a:extLst>
          </p:cNvPr>
          <p:cNvSpPr/>
          <p:nvPr/>
        </p:nvSpPr>
        <p:spPr>
          <a:xfrm>
            <a:off x="5008867" y="2999563"/>
            <a:ext cx="547945" cy="494996"/>
          </a:xfrm>
          <a:prstGeom prst="ellipse">
            <a:avLst/>
          </a:prstGeom>
          <a:noFill/>
          <a:ln>
            <a:solidFill>
              <a:schemeClr val="accent3"/>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A30EDD3D-0C2F-B5E1-9CC4-8ECFAC068B71}"/>
              </a:ext>
            </a:extLst>
          </p:cNvPr>
          <p:cNvSpPr/>
          <p:nvPr/>
        </p:nvSpPr>
        <p:spPr>
          <a:xfrm>
            <a:off x="5063447" y="2718439"/>
            <a:ext cx="441732" cy="398263"/>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A42D723C-C56C-C808-9189-8BD911BD613A}"/>
              </a:ext>
            </a:extLst>
          </p:cNvPr>
          <p:cNvSpPr txBox="1"/>
          <p:nvPr/>
        </p:nvSpPr>
        <p:spPr>
          <a:xfrm>
            <a:off x="4992170" y="3201085"/>
            <a:ext cx="575665" cy="531812"/>
          </a:xfrm>
          <a:prstGeom prst="rect">
            <a:avLst/>
          </a:prstGeom>
          <a:noFill/>
        </p:spPr>
        <p:txBody>
          <a:bodyPr wrap="square" rtlCol="0">
            <a:spAutoFit/>
          </a:bodyPr>
          <a:lstStyle/>
          <a:p>
            <a:pPr algn="ctr">
              <a:lnSpc>
                <a:spcPct val="150000"/>
              </a:lnSpc>
            </a:pPr>
            <a:r>
              <a:rPr lang="en-US" sz="1000" b="1" dirty="0">
                <a:solidFill>
                  <a:schemeClr val="bg1"/>
                </a:solidFill>
                <a:latin typeface="Aptos Narrow" panose="020B0004020202020204" pitchFamily="34" charset="0"/>
              </a:rPr>
              <a:t>SPRINT</a:t>
            </a:r>
          </a:p>
          <a:p>
            <a:pPr algn="ctr">
              <a:lnSpc>
                <a:spcPct val="150000"/>
              </a:lnSpc>
            </a:pPr>
            <a:r>
              <a:rPr lang="en-US" sz="1000" dirty="0">
                <a:solidFill>
                  <a:schemeClr val="bg1"/>
                </a:solidFill>
                <a:latin typeface="Aptos Narrow" panose="020B0004020202020204" pitchFamily="34" charset="0"/>
              </a:rPr>
              <a:t>CYCLE</a:t>
            </a:r>
          </a:p>
        </p:txBody>
      </p:sp>
      <p:sp>
        <p:nvSpPr>
          <p:cNvPr id="50" name="TextBox 49">
            <a:extLst>
              <a:ext uri="{FF2B5EF4-FFF2-40B4-BE49-F238E27FC236}">
                <a16:creationId xmlns:a16="http://schemas.microsoft.com/office/drawing/2014/main" id="{FA8D6F93-9308-84EB-000D-86A84C4F7C66}"/>
              </a:ext>
            </a:extLst>
          </p:cNvPr>
          <p:cNvSpPr txBox="1"/>
          <p:nvPr/>
        </p:nvSpPr>
        <p:spPr>
          <a:xfrm>
            <a:off x="6226465" y="3856292"/>
            <a:ext cx="2249295" cy="400110"/>
          </a:xfrm>
          <a:prstGeom prst="rect">
            <a:avLst/>
          </a:prstGeom>
          <a:noFill/>
        </p:spPr>
        <p:txBody>
          <a:bodyPr wrap="square" rtlCol="0">
            <a:spAutoFit/>
          </a:bodyPr>
          <a:lstStyle/>
          <a:p>
            <a:r>
              <a:rPr lang="en-US" sz="1000" dirty="0">
                <a:solidFill>
                  <a:schemeClr val="accent3"/>
                </a:solidFill>
                <a:latin typeface="ADLaM Display" panose="02010000000000000000" pitchFamily="2" charset="0"/>
                <a:ea typeface="ADLaM Display" panose="02010000000000000000" pitchFamily="2" charset="0"/>
                <a:cs typeface="ADLaM Display" panose="02010000000000000000" pitchFamily="2" charset="0"/>
              </a:rPr>
              <a:t>New features integrated &amp; deployed in next sprint cycle</a:t>
            </a:r>
          </a:p>
        </p:txBody>
      </p:sp>
      <p:pic>
        <p:nvPicPr>
          <p:cNvPr id="52" name="Graphic 51" descr="Badge 1 with solid fill">
            <a:extLst>
              <a:ext uri="{FF2B5EF4-FFF2-40B4-BE49-F238E27FC236}">
                <a16:creationId xmlns:a16="http://schemas.microsoft.com/office/drawing/2014/main" id="{64CC3FD7-6FCD-848C-715D-3F808CD8A83A}"/>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191131" y="2714179"/>
            <a:ext cx="318512" cy="318512"/>
          </a:xfrm>
          <a:prstGeom prst="rect">
            <a:avLst/>
          </a:prstGeom>
        </p:spPr>
      </p:pic>
      <p:pic>
        <p:nvPicPr>
          <p:cNvPr id="54" name="Graphic 53" descr="Badge with solid fill">
            <a:extLst>
              <a:ext uri="{FF2B5EF4-FFF2-40B4-BE49-F238E27FC236}">
                <a16:creationId xmlns:a16="http://schemas.microsoft.com/office/drawing/2014/main" id="{C4559DF4-0625-AAEF-DB50-94CF8617F93B}"/>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182084" y="3156341"/>
            <a:ext cx="318512" cy="318512"/>
          </a:xfrm>
          <a:prstGeom prst="rect">
            <a:avLst/>
          </a:prstGeom>
        </p:spPr>
      </p:pic>
      <p:pic>
        <p:nvPicPr>
          <p:cNvPr id="56" name="Graphic 55" descr="Badge 3 with solid fill">
            <a:extLst>
              <a:ext uri="{FF2B5EF4-FFF2-40B4-BE49-F238E27FC236}">
                <a16:creationId xmlns:a16="http://schemas.microsoft.com/office/drawing/2014/main" id="{F5759421-44D0-9473-D744-2516610562E9}"/>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191131" y="3594682"/>
            <a:ext cx="318512" cy="318512"/>
          </a:xfrm>
          <a:prstGeom prst="rect">
            <a:avLst/>
          </a:prstGeom>
        </p:spPr>
      </p:pic>
      <p:pic>
        <p:nvPicPr>
          <p:cNvPr id="58" name="Graphic 57" descr="Caret Down with solid fill">
            <a:extLst>
              <a:ext uri="{FF2B5EF4-FFF2-40B4-BE49-F238E27FC236}">
                <a16:creationId xmlns:a16="http://schemas.microsoft.com/office/drawing/2014/main" id="{9C546651-75CA-918A-6D8E-10AF9F210413}"/>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179410" y="2957446"/>
            <a:ext cx="318512" cy="318512"/>
          </a:xfrm>
          <a:prstGeom prst="rect">
            <a:avLst/>
          </a:prstGeom>
        </p:spPr>
      </p:pic>
      <p:pic>
        <p:nvPicPr>
          <p:cNvPr id="61" name="Graphic 60" descr="Caret Down with solid fill">
            <a:extLst>
              <a:ext uri="{FF2B5EF4-FFF2-40B4-BE49-F238E27FC236}">
                <a16:creationId xmlns:a16="http://schemas.microsoft.com/office/drawing/2014/main" id="{DD712F37-27C3-FECA-9542-0FBD44BBF856}"/>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179410" y="3373852"/>
            <a:ext cx="318512" cy="3185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rgbClr val="1D2875">
                <a:lumMod val="78000"/>
                <a:lumOff val="22000"/>
              </a:srgbClr>
            </a:gs>
            <a:gs pos="25000">
              <a:srgbClr val="000000"/>
            </a:gs>
          </a:gsLst>
          <a:lin ang="2700000" scaled="1"/>
          <a:tileRect/>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ADA0BE1-C5F3-82C6-B494-D6BFD359A61E}"/>
              </a:ext>
            </a:extLst>
          </p:cNvPr>
          <p:cNvPicPr>
            <a:picLocks noChangeAspect="1"/>
          </p:cNvPicPr>
          <p:nvPr/>
        </p:nvPicPr>
        <p:blipFill>
          <a:blip r:embed="rId2"/>
          <a:stretch>
            <a:fillRect/>
          </a:stretch>
        </p:blipFill>
        <p:spPr>
          <a:xfrm>
            <a:off x="3647159" y="401156"/>
            <a:ext cx="5376938" cy="4035464"/>
          </a:xfrm>
          <a:prstGeom prst="rect">
            <a:avLst/>
          </a:prstGeom>
        </p:spPr>
      </p:pic>
      <p:sp>
        <p:nvSpPr>
          <p:cNvPr id="2910" name="Rectangle 2909"/>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800" b="1" u="none" strike="noStrike" dirty="0">
                <a:solidFill>
                  <a:schemeClr val="lt1"/>
                </a:solidFill>
                <a:effectLst/>
                <a:uFillTx/>
                <a:latin typeface="Exo"/>
              </a:rPr>
              <a:t>Choosing </a:t>
            </a:r>
            <a:r>
              <a:rPr lang="en-US" sz="2800" b="1" u="none" strike="noStrike" dirty="0">
                <a:solidFill>
                  <a:srgbClr val="FF0000"/>
                </a:solidFill>
                <a:effectLst/>
                <a:uFillTx/>
                <a:latin typeface="Exo"/>
              </a:rPr>
              <a:t>Waterfall</a:t>
            </a:r>
            <a:r>
              <a:rPr lang="en-US" sz="2800" b="1" u="none" strike="noStrike" dirty="0">
                <a:solidFill>
                  <a:schemeClr val="lt1"/>
                </a:solidFill>
                <a:effectLst/>
                <a:uFillTx/>
                <a:latin typeface="Exo"/>
              </a:rPr>
              <a:t> vs. </a:t>
            </a:r>
            <a:r>
              <a:rPr lang="en-US" sz="2800" b="1" u="none" strike="noStrike" dirty="0">
                <a:solidFill>
                  <a:schemeClr val="accent2"/>
                </a:solidFill>
                <a:effectLst/>
                <a:uFillTx/>
                <a:latin typeface="Exo"/>
              </a:rPr>
              <a:t>Agile</a:t>
            </a:r>
            <a:endParaRPr lang="en-US" sz="2800" b="0" u="none" strike="noStrike" dirty="0">
              <a:solidFill>
                <a:srgbClr val="FFFFFF"/>
              </a:solidFill>
              <a:effectLst/>
              <a:uFillTx/>
              <a:latin typeface="OpenSymbol"/>
            </a:endParaRPr>
          </a:p>
        </p:txBody>
      </p:sp>
      <p:sp>
        <p:nvSpPr>
          <p:cNvPr id="2911" name="Rectangle 2910"/>
          <p:cNvSpPr/>
          <p:nvPr/>
        </p:nvSpPr>
        <p:spPr>
          <a:xfrm>
            <a:off x="542411" y="1551590"/>
            <a:ext cx="3263911"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100" b="0" u="none" strike="noStrike" dirty="0">
                <a:solidFill>
                  <a:schemeClr val="lt1"/>
                </a:solidFill>
                <a:effectLst/>
                <a:uFillTx/>
                <a:latin typeface="PT Sans"/>
              </a:rPr>
              <a:t>Waterfall works best for projects with stable, </a:t>
            </a:r>
            <a:r>
              <a:rPr lang="en-US" sz="1100" b="1" u="none" strike="noStrike" dirty="0">
                <a:solidFill>
                  <a:schemeClr val="lt1"/>
                </a:solidFill>
                <a:effectLst/>
                <a:uFillTx/>
                <a:latin typeface="PT Sans"/>
              </a:rPr>
              <a:t>unchanging requirements</a:t>
            </a:r>
            <a:r>
              <a:rPr lang="en-US" sz="1100" b="0" u="none" strike="noStrike" dirty="0">
                <a:solidFill>
                  <a:schemeClr val="lt1"/>
                </a:solidFill>
                <a:effectLst/>
                <a:uFillTx/>
                <a:latin typeface="PT Sans"/>
              </a:rPr>
              <a:t> and predictable outcomes. Agile excels when requirements are uncertain or evolving, enabling frequent feedback and continuous delivery. For the SNHU Travel project, </a:t>
            </a:r>
            <a:r>
              <a:rPr lang="en-US" sz="1100" b="0" u="none" strike="noStrike" dirty="0" err="1">
                <a:solidFill>
                  <a:schemeClr val="lt1"/>
                </a:solidFill>
                <a:effectLst/>
                <a:uFillTx/>
                <a:latin typeface="PT Sans"/>
              </a:rPr>
              <a:t>Agile’s</a:t>
            </a:r>
            <a:r>
              <a:rPr lang="en-US" sz="1100" b="0" u="none" strike="noStrike" dirty="0">
                <a:solidFill>
                  <a:schemeClr val="lt1"/>
                </a:solidFill>
                <a:effectLst/>
                <a:uFillTx/>
                <a:latin typeface="PT Sans"/>
              </a:rPr>
              <a:t> flexibility was critical to accommodate ongoing changes and stakeholder input, ensuring higher responsiveness and product alignment with user needs.</a:t>
            </a:r>
            <a:endParaRPr lang="en-US" sz="1100" b="0" u="none" strike="noStrike" dirty="0">
              <a:solidFill>
                <a:srgbClr val="FFFFFF"/>
              </a:solidFill>
              <a:effectLst/>
              <a:uFillTx/>
              <a:latin typeface="OpenSymbol"/>
            </a:endParaRPr>
          </a:p>
        </p:txBody>
      </p:sp>
      <p:cxnSp>
        <p:nvCxnSpPr>
          <p:cNvPr id="13" name="Straight Connector 12">
            <a:extLst>
              <a:ext uri="{FF2B5EF4-FFF2-40B4-BE49-F238E27FC236}">
                <a16:creationId xmlns:a16="http://schemas.microsoft.com/office/drawing/2014/main" id="{BA4DD0C0-206C-5F63-6C39-BE35477C433F}"/>
              </a:ext>
            </a:extLst>
          </p:cNvPr>
          <p:cNvCxnSpPr>
            <a:cxnSpLocks/>
          </p:cNvCxnSpPr>
          <p:nvPr/>
        </p:nvCxnSpPr>
        <p:spPr>
          <a:xfrm>
            <a:off x="8756436" y="401156"/>
            <a:ext cx="0" cy="1027324"/>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Flowchart: Connector 14">
            <a:extLst>
              <a:ext uri="{FF2B5EF4-FFF2-40B4-BE49-F238E27FC236}">
                <a16:creationId xmlns:a16="http://schemas.microsoft.com/office/drawing/2014/main" id="{C26F4690-4386-4388-94A4-6771EA1CFE6B}"/>
              </a:ext>
            </a:extLst>
          </p:cNvPr>
          <p:cNvSpPr/>
          <p:nvPr/>
        </p:nvSpPr>
        <p:spPr>
          <a:xfrm>
            <a:off x="8712457" y="1428480"/>
            <a:ext cx="87957" cy="84408"/>
          </a:xfrm>
          <a:prstGeom prst="flowChartConnector">
            <a:avLst/>
          </a:prstGeom>
          <a:noFill/>
          <a:ln w="127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a:extLst>
              <a:ext uri="{FF2B5EF4-FFF2-40B4-BE49-F238E27FC236}">
                <a16:creationId xmlns:a16="http://schemas.microsoft.com/office/drawing/2014/main" id="{D18D7AD4-79C2-C71C-BCDD-3C6EC287B27E}"/>
              </a:ext>
            </a:extLst>
          </p:cNvPr>
          <p:cNvSpPr/>
          <p:nvPr/>
        </p:nvSpPr>
        <p:spPr>
          <a:xfrm>
            <a:off x="8733576" y="1446754"/>
            <a:ext cx="45719" cy="45719"/>
          </a:xfrm>
          <a:prstGeom prst="flowChartConnector">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Connector 22">
            <a:extLst>
              <a:ext uri="{FF2B5EF4-FFF2-40B4-BE49-F238E27FC236}">
                <a16:creationId xmlns:a16="http://schemas.microsoft.com/office/drawing/2014/main" id="{0F89BE97-8D58-8805-8778-2049F2242E0B}"/>
              </a:ext>
            </a:extLst>
          </p:cNvPr>
          <p:cNvSpPr/>
          <p:nvPr/>
        </p:nvSpPr>
        <p:spPr>
          <a:xfrm>
            <a:off x="8808131" y="890210"/>
            <a:ext cx="87957" cy="84408"/>
          </a:xfrm>
          <a:prstGeom prst="flowChartConnector">
            <a:avLst/>
          </a:prstGeom>
          <a:noFill/>
          <a:ln w="127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lowchart: Connector 23">
            <a:extLst>
              <a:ext uri="{FF2B5EF4-FFF2-40B4-BE49-F238E27FC236}">
                <a16:creationId xmlns:a16="http://schemas.microsoft.com/office/drawing/2014/main" id="{A0CE9821-9A91-E6D8-4D53-C1D8FB401BD3}"/>
              </a:ext>
            </a:extLst>
          </p:cNvPr>
          <p:cNvSpPr/>
          <p:nvPr/>
        </p:nvSpPr>
        <p:spPr>
          <a:xfrm>
            <a:off x="8829250" y="908484"/>
            <a:ext cx="45719" cy="45719"/>
          </a:xfrm>
          <a:prstGeom prst="flowChartConnector">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260E886D-8716-6905-ABA7-EB021405032A}"/>
              </a:ext>
            </a:extLst>
          </p:cNvPr>
          <p:cNvCxnSpPr>
            <a:cxnSpLocks/>
          </p:cNvCxnSpPr>
          <p:nvPr/>
        </p:nvCxnSpPr>
        <p:spPr>
          <a:xfrm>
            <a:off x="8860255" y="401156"/>
            <a:ext cx="0" cy="489054"/>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6EB7872-E933-6E5A-FFC4-5E48622F4771}"/>
              </a:ext>
            </a:extLst>
          </p:cNvPr>
          <p:cNvSpPr txBox="1"/>
          <p:nvPr/>
        </p:nvSpPr>
        <p:spPr>
          <a:xfrm>
            <a:off x="542411" y="3895862"/>
            <a:ext cx="6530891" cy="1081515"/>
          </a:xfrm>
          <a:prstGeom prst="rect">
            <a:avLst/>
          </a:prstGeom>
          <a:noFill/>
        </p:spPr>
        <p:txBody>
          <a:bodyPr wrap="square">
            <a:spAutoFit/>
          </a:bodyPr>
          <a:lstStyle/>
          <a:p>
            <a:pPr defTabSz="914400">
              <a:lnSpc>
                <a:spcPct val="150000"/>
              </a:lnSpc>
              <a:tabLst>
                <a:tab pos="0" algn="l"/>
              </a:tabLst>
            </a:pPr>
            <a:r>
              <a:rPr lang="en-US" sz="1100" b="0" u="none" strike="noStrike" dirty="0">
                <a:solidFill>
                  <a:schemeClr val="lt1"/>
                </a:solidFill>
                <a:effectLst/>
                <a:uFillTx/>
                <a:latin typeface="PT Sans"/>
              </a:rPr>
              <a:t>Agile is ideal for projects requiring </a:t>
            </a:r>
            <a:r>
              <a:rPr lang="en-US" sz="1100" b="1" u="none" strike="noStrike" dirty="0">
                <a:solidFill>
                  <a:schemeClr val="lt1"/>
                </a:solidFill>
                <a:effectLst/>
                <a:uFillTx/>
                <a:latin typeface="PT Sans"/>
              </a:rPr>
              <a:t>rapid adaptation, continuous delivery</a:t>
            </a:r>
            <a:r>
              <a:rPr lang="en-US" sz="1100" b="0" u="none" strike="noStrike" dirty="0">
                <a:solidFill>
                  <a:schemeClr val="lt1"/>
                </a:solidFill>
                <a:effectLst/>
                <a:uFillTx/>
                <a:latin typeface="PT Sans"/>
              </a:rPr>
              <a:t>, and close collaboration. Waterfall suits highly regulated or infrastructure projects demanding rigorous documentation and fixed schedules. Choosing depends on project complexity, stakeholder involvement, and tolerance for change. Organizations benefit from selecting the methodology that best fits their objectives and environment.</a:t>
            </a:r>
            <a:endParaRPr lang="en-US" sz="1100" b="0" u="none" strike="noStrike" dirty="0">
              <a:solidFill>
                <a:srgbClr val="FFFFFF"/>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63000">
              <a:schemeClr val="tx1"/>
            </a:gs>
            <a:gs pos="100000">
              <a:srgbClr val="1D2875"/>
            </a:gs>
          </a:gsLst>
          <a:path path="circle">
            <a:fillToRect l="100000" t="100000"/>
          </a:path>
        </a:gradFill>
        <a:effectLst/>
      </p:bgPr>
    </p:bg>
    <p:spTree>
      <p:nvGrpSpPr>
        <p:cNvPr id="1" name=""/>
        <p:cNvGrpSpPr/>
        <p:nvPr/>
      </p:nvGrpSpPr>
      <p:grpSpPr>
        <a:xfrm>
          <a:off x="0" y="0"/>
          <a:ext cx="0" cy="0"/>
          <a:chOff x="0" y="0"/>
          <a:chExt cx="0" cy="0"/>
        </a:xfrm>
      </p:grpSpPr>
      <p:sp>
        <p:nvSpPr>
          <p:cNvPr id="2913" name="Rectangle 2912"/>
          <p:cNvSpPr/>
          <p:nvPr/>
        </p:nvSpPr>
        <p:spPr>
          <a:xfrm>
            <a:off x="632397" y="736475"/>
            <a:ext cx="217771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2800" b="1" u="none" strike="noStrike" dirty="0">
                <a:solidFill>
                  <a:schemeClr val="accent2"/>
                </a:solidFill>
                <a:effectLst/>
                <a:uFillTx/>
                <a:latin typeface="Exo"/>
              </a:rPr>
              <a:t>REFERENCES</a:t>
            </a:r>
            <a:endParaRPr lang="en-US" sz="2800" b="0" u="none" strike="noStrike" dirty="0">
              <a:solidFill>
                <a:schemeClr val="accent2"/>
              </a:solidFill>
              <a:effectLst/>
              <a:uFillTx/>
              <a:latin typeface="OpenSymbol"/>
            </a:endParaRPr>
          </a:p>
        </p:txBody>
      </p:sp>
      <p:pic>
        <p:nvPicPr>
          <p:cNvPr id="3" name="Picture 2">
            <a:extLst>
              <a:ext uri="{FF2B5EF4-FFF2-40B4-BE49-F238E27FC236}">
                <a16:creationId xmlns:a16="http://schemas.microsoft.com/office/drawing/2014/main" id="{13594D42-8816-5B6D-6D7E-3C1CD4D87293}"/>
              </a:ext>
            </a:extLst>
          </p:cNvPr>
          <p:cNvPicPr>
            <a:picLocks noChangeAspect="1"/>
          </p:cNvPicPr>
          <p:nvPr/>
        </p:nvPicPr>
        <p:blipFill>
          <a:blip r:embed="rId2"/>
          <a:stretch>
            <a:fillRect/>
          </a:stretch>
        </p:blipFill>
        <p:spPr>
          <a:xfrm>
            <a:off x="3196683" y="323084"/>
            <a:ext cx="4601736" cy="46804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5" name="Google Shape;4528;p69"/>
          <p:cNvSpPr/>
          <p:nvPr/>
        </p:nvSpPr>
        <p:spPr>
          <a:xfrm>
            <a:off x="5474880" y="1307160"/>
            <a:ext cx="2727360" cy="2729880"/>
          </a:xfrm>
          <a:prstGeom prst="ellipse">
            <a:avLst/>
          </a:prstGeom>
          <a:blipFill rotWithShape="0">
            <a:blip r:embed="rId2"/>
            <a:srcRect/>
            <a:stretch/>
          </a:blipFill>
          <a:ln w="0">
            <a:noFill/>
          </a:ln>
          <a:effectLst>
            <a:outerShdw blurRad="657360" algn="bl" rotWithShape="0">
              <a:schemeClr val="accent2">
                <a:alpha val="40000"/>
              </a:scheme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916" name="PlaceHolder 1"/>
          <p:cNvSpPr>
            <a:spLocks noGrp="1"/>
          </p:cNvSpPr>
          <p:nvPr>
            <p:ph type="title"/>
          </p:nvPr>
        </p:nvSpPr>
        <p:spPr>
          <a:xfrm>
            <a:off x="866880" y="752400"/>
            <a:ext cx="4466880" cy="1142640"/>
          </a:xfrm>
          <a:prstGeom prst="rect">
            <a:avLst/>
          </a:prstGeom>
          <a:noFill/>
          <a:ln w="0">
            <a:noFill/>
          </a:ln>
          <a:effectLst>
            <a:outerShdw blurRad="85680" rotWithShape="0">
              <a:srgbClr val="8FFFFF">
                <a:alpha val="40000"/>
              </a:srgbClr>
            </a:outerShdw>
          </a:effectLst>
        </p:spPr>
        <p:txBody>
          <a:bodyPr lIns="91440" tIns="91440" rIns="91440" bIns="91440" anchor="b">
            <a:normAutofit/>
          </a:bodyPr>
          <a:lstStyle/>
          <a:p>
            <a:pPr indent="0">
              <a:lnSpc>
                <a:spcPct val="100000"/>
              </a:lnSpc>
              <a:buNone/>
              <a:tabLst>
                <a:tab pos="0" algn="l"/>
              </a:tabLst>
            </a:pPr>
            <a:r>
              <a:rPr lang="en-US" sz="3200" b="1" u="none" strike="noStrike">
                <a:solidFill>
                  <a:schemeClr val="accent2"/>
                </a:solidFill>
                <a:effectLst/>
                <a:uFillTx/>
                <a:latin typeface="Exo"/>
                <a:ea typeface="Exo"/>
              </a:rPr>
              <a:t>Conclusions</a:t>
            </a:r>
            <a:endParaRPr lang="fr-FR" sz="3200" b="0" u="none" strike="noStrike">
              <a:solidFill>
                <a:schemeClr val="dk1"/>
              </a:solidFill>
              <a:effectLst/>
              <a:uFillTx/>
              <a:latin typeface="Arial"/>
            </a:endParaRPr>
          </a:p>
        </p:txBody>
      </p:sp>
      <p:sp>
        <p:nvSpPr>
          <p:cNvPr id="2917" name="PlaceHolder 2"/>
          <p:cNvSpPr>
            <a:spLocks noGrp="1"/>
          </p:cNvSpPr>
          <p:nvPr>
            <p:ph type="subTitle"/>
          </p:nvPr>
        </p:nvSpPr>
        <p:spPr>
          <a:xfrm>
            <a:off x="866880" y="1962000"/>
            <a:ext cx="4466880" cy="242856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lt1"/>
                </a:solidFill>
                <a:effectLst/>
                <a:uFillTx/>
                <a:latin typeface="PT Sans"/>
                <a:ea typeface="PT Sans"/>
              </a:rPr>
              <a:t>Adopting the Scrum-Agile approach positions ChadaTech to respond swiftly to market demands with greater team collaboration and transparency. By embracing iterative development, continuous testing, and regular retrospectives, the company fosters a culture of continuous improvement. Understanding when to leverage Agile or Waterfall empowers better project outcomes and strategic alignment with business goals.</a:t>
            </a:r>
            <a:endParaRPr lang="en-US" sz="1200" b="0" u="none" strike="noStrike">
              <a:solidFill>
                <a:srgbClr val="FFFFFF"/>
              </a:solidFill>
              <a:effectLst/>
              <a:uFillTx/>
              <a:latin typeface="OpenSymbol"/>
            </a:endParaRPr>
          </a:p>
        </p:txBody>
      </p:sp>
      <p:sp>
        <p:nvSpPr>
          <p:cNvPr id="2918" name="Google Shape;4531;p69"/>
          <p:cNvSpPr/>
          <p:nvPr/>
        </p:nvSpPr>
        <p:spPr>
          <a:xfrm>
            <a:off x="3247920" y="4390920"/>
            <a:ext cx="1990440" cy="66240"/>
          </a:xfrm>
          <a:prstGeom prst="rect">
            <a:avLst/>
          </a:prstGeom>
          <a:gradFill rotWithShape="0">
            <a:gsLst>
              <a:gs pos="0">
                <a:srgbClr val="151B46"/>
              </a:gs>
              <a:gs pos="100000">
                <a:srgbClr val="8FFFFF"/>
              </a:gs>
            </a:gsLst>
            <a:lin ang="2700000"/>
          </a:gradFill>
          <a:ln w="0">
            <a:noFill/>
          </a:ln>
        </p:spPr>
        <p:style>
          <a:lnRef idx="0">
            <a:scrgbClr r="0" g="0" b="0"/>
          </a:lnRef>
          <a:fillRef idx="0">
            <a:scrgbClr r="0" g="0" b="0"/>
          </a:fillRef>
          <a:effectRef idx="0">
            <a:scrgbClr r="0" g="0" b="0"/>
          </a:effectRef>
          <a:fontRef idx="minor"/>
        </p:style>
        <p:txBody>
          <a:bodyPr lIns="870823080" tIns="33120" rIns="870823080" bIns="3312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grpSp>
        <p:nvGrpSpPr>
          <p:cNvPr id="2919" name="Google Shape;4532;p69"/>
          <p:cNvGrpSpPr/>
          <p:nvPr/>
        </p:nvGrpSpPr>
        <p:grpSpPr>
          <a:xfrm>
            <a:off x="7766280" y="3306960"/>
            <a:ext cx="241560" cy="882720"/>
            <a:chOff x="7766280" y="3306960"/>
            <a:chExt cx="241560" cy="882720"/>
          </a:xfrm>
        </p:grpSpPr>
        <p:sp>
          <p:nvSpPr>
            <p:cNvPr id="2920" name="Google Shape;4533;p69"/>
            <p:cNvSpPr/>
            <p:nvPr/>
          </p:nvSpPr>
          <p:spPr>
            <a:xfrm rot="16200000">
              <a:off x="7810920" y="3992760"/>
              <a:ext cx="151920" cy="241560"/>
            </a:xfrm>
            <a:custGeom>
              <a:avLst/>
              <a:gdLst>
                <a:gd name="textAreaLeft" fmla="*/ 0 w 151920"/>
                <a:gd name="textAreaRight" fmla="*/ 152280 w 151920"/>
                <a:gd name="textAreaTop" fmla="*/ 0 h 241560"/>
                <a:gd name="textAreaBottom" fmla="*/ 241920 h 241560"/>
              </a:gdLst>
              <a:ahLst/>
              <a:cxnLst/>
              <a:rect l="textAreaLeft" t="textAreaTop" r="textAreaRight" b="textAreaBottom"/>
              <a:pathLst>
                <a:path w="15684" h="24945">
                  <a:moveTo>
                    <a:pt x="12720" y="0"/>
                  </a:moveTo>
                  <a:cubicBezTo>
                    <a:pt x="13337" y="0"/>
                    <a:pt x="14078" y="247"/>
                    <a:pt x="14572" y="741"/>
                  </a:cubicBezTo>
                  <a:cubicBezTo>
                    <a:pt x="15684" y="1852"/>
                    <a:pt x="15684" y="3581"/>
                    <a:pt x="14572" y="4569"/>
                  </a:cubicBezTo>
                  <a:lnTo>
                    <a:pt x="6792" y="12349"/>
                  </a:lnTo>
                  <a:lnTo>
                    <a:pt x="14572" y="20128"/>
                  </a:lnTo>
                  <a:cubicBezTo>
                    <a:pt x="15684" y="21240"/>
                    <a:pt x="15684" y="22845"/>
                    <a:pt x="14572" y="23957"/>
                  </a:cubicBezTo>
                  <a:cubicBezTo>
                    <a:pt x="13584" y="24944"/>
                    <a:pt x="11855" y="24944"/>
                    <a:pt x="10744" y="23957"/>
                  </a:cubicBezTo>
                  <a:lnTo>
                    <a:pt x="1112" y="14325"/>
                  </a:lnTo>
                  <a:cubicBezTo>
                    <a:pt x="1" y="13213"/>
                    <a:pt x="1" y="11484"/>
                    <a:pt x="1112" y="10496"/>
                  </a:cubicBezTo>
                  <a:lnTo>
                    <a:pt x="10744" y="741"/>
                  </a:lnTo>
                  <a:cubicBezTo>
                    <a:pt x="11361" y="247"/>
                    <a:pt x="11979" y="0"/>
                    <a:pt x="1272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21" name="Google Shape;4534;p69"/>
            <p:cNvSpPr/>
            <p:nvPr/>
          </p:nvSpPr>
          <p:spPr>
            <a:xfrm rot="16200000">
              <a:off x="7811640" y="384588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1" h="24945">
                  <a:moveTo>
                    <a:pt x="12596" y="0"/>
                  </a:moveTo>
                  <a:cubicBezTo>
                    <a:pt x="13337" y="0"/>
                    <a:pt x="13955" y="247"/>
                    <a:pt x="14449" y="741"/>
                  </a:cubicBezTo>
                  <a:cubicBezTo>
                    <a:pt x="15560" y="1852"/>
                    <a:pt x="15560" y="3581"/>
                    <a:pt x="14449" y="4569"/>
                  </a:cubicBezTo>
                  <a:lnTo>
                    <a:pt x="6669" y="12349"/>
                  </a:lnTo>
                  <a:lnTo>
                    <a:pt x="14449" y="20128"/>
                  </a:lnTo>
                  <a:cubicBezTo>
                    <a:pt x="15560" y="21240"/>
                    <a:pt x="15560" y="22845"/>
                    <a:pt x="14449" y="23957"/>
                  </a:cubicBezTo>
                  <a:cubicBezTo>
                    <a:pt x="13461" y="24944"/>
                    <a:pt x="11732" y="24944"/>
                    <a:pt x="10621" y="23957"/>
                  </a:cubicBezTo>
                  <a:lnTo>
                    <a:pt x="988" y="14325"/>
                  </a:lnTo>
                  <a:cubicBezTo>
                    <a:pt x="1" y="13213"/>
                    <a:pt x="1" y="11484"/>
                    <a:pt x="988" y="10496"/>
                  </a:cubicBezTo>
                  <a:lnTo>
                    <a:pt x="10621" y="741"/>
                  </a:lnTo>
                  <a:cubicBezTo>
                    <a:pt x="11238"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22" name="Google Shape;4535;p69"/>
            <p:cNvSpPr/>
            <p:nvPr/>
          </p:nvSpPr>
          <p:spPr>
            <a:xfrm rot="16200000">
              <a:off x="7811640" y="369972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448" y="741"/>
                  </a:cubicBezTo>
                  <a:cubicBezTo>
                    <a:pt x="15559" y="1852"/>
                    <a:pt x="15559" y="3581"/>
                    <a:pt x="14448" y="4569"/>
                  </a:cubicBezTo>
                  <a:lnTo>
                    <a:pt x="6792" y="12349"/>
                  </a:lnTo>
                  <a:lnTo>
                    <a:pt x="14448" y="20128"/>
                  </a:lnTo>
                  <a:cubicBezTo>
                    <a:pt x="15559" y="21240"/>
                    <a:pt x="15559" y="22845"/>
                    <a:pt x="14448" y="23957"/>
                  </a:cubicBezTo>
                  <a:cubicBezTo>
                    <a:pt x="13460" y="24944"/>
                    <a:pt x="11731" y="24944"/>
                    <a:pt x="10743" y="23957"/>
                  </a:cubicBezTo>
                  <a:lnTo>
                    <a:pt x="988" y="14325"/>
                  </a:lnTo>
                  <a:cubicBezTo>
                    <a:pt x="0" y="13213"/>
                    <a:pt x="0" y="11484"/>
                    <a:pt x="988" y="10496"/>
                  </a:cubicBezTo>
                  <a:lnTo>
                    <a:pt x="10743" y="741"/>
                  </a:lnTo>
                  <a:cubicBezTo>
                    <a:pt x="11237" y="247"/>
                    <a:pt x="11855"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23" name="Google Shape;4536;p69"/>
            <p:cNvSpPr/>
            <p:nvPr/>
          </p:nvSpPr>
          <p:spPr>
            <a:xfrm rot="16200000">
              <a:off x="7811640" y="355356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1" y="13213"/>
                    <a:pt x="1"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24" name="Google Shape;4537;p69"/>
            <p:cNvSpPr/>
            <p:nvPr/>
          </p:nvSpPr>
          <p:spPr>
            <a:xfrm rot="16200000">
              <a:off x="7811640" y="340740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4" y="247"/>
                    <a:pt x="14572" y="741"/>
                  </a:cubicBezTo>
                  <a:cubicBezTo>
                    <a:pt x="15559" y="1852"/>
                    <a:pt x="15559" y="3581"/>
                    <a:pt x="14572" y="4569"/>
                  </a:cubicBezTo>
                  <a:lnTo>
                    <a:pt x="6792" y="12349"/>
                  </a:lnTo>
                  <a:lnTo>
                    <a:pt x="14572" y="20128"/>
                  </a:lnTo>
                  <a:cubicBezTo>
                    <a:pt x="15559" y="21240"/>
                    <a:pt x="15559" y="22845"/>
                    <a:pt x="14572" y="23957"/>
                  </a:cubicBezTo>
                  <a:cubicBezTo>
                    <a:pt x="13460" y="24944"/>
                    <a:pt x="11731" y="24944"/>
                    <a:pt x="10743" y="23957"/>
                  </a:cubicBezTo>
                  <a:lnTo>
                    <a:pt x="988" y="14325"/>
                  </a:lnTo>
                  <a:cubicBezTo>
                    <a:pt x="0" y="13213"/>
                    <a:pt x="0" y="11484"/>
                    <a:pt x="988" y="10496"/>
                  </a:cubicBezTo>
                  <a:lnTo>
                    <a:pt x="10743" y="741"/>
                  </a:lnTo>
                  <a:cubicBezTo>
                    <a:pt x="11237" y="247"/>
                    <a:pt x="11978"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25" name="Google Shape;4538;p69"/>
            <p:cNvSpPr/>
            <p:nvPr/>
          </p:nvSpPr>
          <p:spPr>
            <a:xfrm rot="16200000">
              <a:off x="7811640" y="3261240"/>
              <a:ext cx="150480" cy="241560"/>
            </a:xfrm>
            <a:custGeom>
              <a:avLst/>
              <a:gdLst>
                <a:gd name="textAreaLeft" fmla="*/ 0 w 150480"/>
                <a:gd name="textAreaRight" fmla="*/ 150840 w 150480"/>
                <a:gd name="textAreaTop" fmla="*/ 0 h 241560"/>
                <a:gd name="textAreaBottom" fmla="*/ 241920 h 241560"/>
              </a:gdLst>
              <a:ahLst/>
              <a:cxnLst/>
              <a:rect l="textAreaLeft" t="textAreaTop" r="textAreaRight" b="textAreaBottom"/>
              <a:pathLst>
                <a:path w="15560" h="24945">
                  <a:moveTo>
                    <a:pt x="12596" y="0"/>
                  </a:moveTo>
                  <a:cubicBezTo>
                    <a:pt x="13337" y="0"/>
                    <a:pt x="13955" y="247"/>
                    <a:pt x="14572" y="741"/>
                  </a:cubicBezTo>
                  <a:cubicBezTo>
                    <a:pt x="15560" y="1852"/>
                    <a:pt x="15560" y="3581"/>
                    <a:pt x="14572" y="4569"/>
                  </a:cubicBezTo>
                  <a:lnTo>
                    <a:pt x="6792" y="12349"/>
                  </a:lnTo>
                  <a:lnTo>
                    <a:pt x="14572" y="20128"/>
                  </a:lnTo>
                  <a:cubicBezTo>
                    <a:pt x="15560" y="21240"/>
                    <a:pt x="15560" y="22845"/>
                    <a:pt x="14572" y="23957"/>
                  </a:cubicBezTo>
                  <a:cubicBezTo>
                    <a:pt x="13461" y="24944"/>
                    <a:pt x="11732" y="24944"/>
                    <a:pt x="10744" y="23957"/>
                  </a:cubicBezTo>
                  <a:lnTo>
                    <a:pt x="988" y="14325"/>
                  </a:lnTo>
                  <a:cubicBezTo>
                    <a:pt x="0" y="13213"/>
                    <a:pt x="0" y="11484"/>
                    <a:pt x="988" y="10496"/>
                  </a:cubicBezTo>
                  <a:lnTo>
                    <a:pt x="10744" y="741"/>
                  </a:lnTo>
                  <a:cubicBezTo>
                    <a:pt x="11238" y="247"/>
                    <a:pt x="11979" y="0"/>
                    <a:pt x="12596"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926" name="Google Shape;4539;p69"/>
          <p:cNvGrpSpPr/>
          <p:nvPr/>
        </p:nvGrpSpPr>
        <p:grpSpPr>
          <a:xfrm>
            <a:off x="4789440" y="914760"/>
            <a:ext cx="1105920" cy="133920"/>
            <a:chOff x="4789440" y="914760"/>
            <a:chExt cx="1105920" cy="133920"/>
          </a:xfrm>
        </p:grpSpPr>
        <p:grpSp>
          <p:nvGrpSpPr>
            <p:cNvPr id="2927" name="Google Shape;4540;p69"/>
            <p:cNvGrpSpPr/>
            <p:nvPr/>
          </p:nvGrpSpPr>
          <p:grpSpPr>
            <a:xfrm>
              <a:off x="4789440" y="997920"/>
              <a:ext cx="883080" cy="50760"/>
              <a:chOff x="4789440" y="997920"/>
              <a:chExt cx="883080" cy="50760"/>
            </a:xfrm>
          </p:grpSpPr>
          <p:sp>
            <p:nvSpPr>
              <p:cNvPr id="2928" name="Google Shape;4541;p69"/>
              <p:cNvSpPr/>
              <p:nvPr/>
            </p:nvSpPr>
            <p:spPr>
              <a:xfrm>
                <a:off x="478944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29" name="Google Shape;4542;p69"/>
              <p:cNvSpPr/>
              <p:nvPr/>
            </p:nvSpPr>
            <p:spPr>
              <a:xfrm>
                <a:off x="488196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30" name="Google Shape;4543;p69"/>
              <p:cNvSpPr/>
              <p:nvPr/>
            </p:nvSpPr>
            <p:spPr>
              <a:xfrm>
                <a:off x="497448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31" name="Google Shape;4544;p69"/>
              <p:cNvSpPr/>
              <p:nvPr/>
            </p:nvSpPr>
            <p:spPr>
              <a:xfrm>
                <a:off x="506700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32" name="Google Shape;4545;p69"/>
              <p:cNvSpPr/>
              <p:nvPr/>
            </p:nvSpPr>
            <p:spPr>
              <a:xfrm>
                <a:off x="515952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33" name="Google Shape;4546;p69"/>
              <p:cNvSpPr/>
              <p:nvPr/>
            </p:nvSpPr>
            <p:spPr>
              <a:xfrm>
                <a:off x="525204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34" name="Google Shape;4547;p69"/>
              <p:cNvSpPr/>
              <p:nvPr/>
            </p:nvSpPr>
            <p:spPr>
              <a:xfrm>
                <a:off x="534456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35" name="Google Shape;4548;p69"/>
              <p:cNvSpPr/>
              <p:nvPr/>
            </p:nvSpPr>
            <p:spPr>
              <a:xfrm>
                <a:off x="543672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36" name="Google Shape;4549;p69"/>
              <p:cNvSpPr/>
              <p:nvPr/>
            </p:nvSpPr>
            <p:spPr>
              <a:xfrm>
                <a:off x="552924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37" name="Google Shape;4550;p69"/>
              <p:cNvSpPr/>
              <p:nvPr/>
            </p:nvSpPr>
            <p:spPr>
              <a:xfrm>
                <a:off x="5621760" y="99792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938" name="Google Shape;4551;p69"/>
            <p:cNvGrpSpPr/>
            <p:nvPr/>
          </p:nvGrpSpPr>
          <p:grpSpPr>
            <a:xfrm>
              <a:off x="5012280" y="914760"/>
              <a:ext cx="883080" cy="50760"/>
              <a:chOff x="5012280" y="914760"/>
              <a:chExt cx="883080" cy="50760"/>
            </a:xfrm>
          </p:grpSpPr>
          <p:sp>
            <p:nvSpPr>
              <p:cNvPr id="2939" name="Google Shape;4552;p69"/>
              <p:cNvSpPr/>
              <p:nvPr/>
            </p:nvSpPr>
            <p:spPr>
              <a:xfrm>
                <a:off x="501228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40" name="Google Shape;4553;p69"/>
              <p:cNvSpPr/>
              <p:nvPr/>
            </p:nvSpPr>
            <p:spPr>
              <a:xfrm>
                <a:off x="510480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41" name="Google Shape;4554;p69"/>
              <p:cNvSpPr/>
              <p:nvPr/>
            </p:nvSpPr>
            <p:spPr>
              <a:xfrm>
                <a:off x="519732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42" name="Google Shape;4555;p69"/>
              <p:cNvSpPr/>
              <p:nvPr/>
            </p:nvSpPr>
            <p:spPr>
              <a:xfrm>
                <a:off x="528984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43" name="Google Shape;4556;p69"/>
              <p:cNvSpPr/>
              <p:nvPr/>
            </p:nvSpPr>
            <p:spPr>
              <a:xfrm>
                <a:off x="538200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44" name="Google Shape;4557;p69"/>
              <p:cNvSpPr/>
              <p:nvPr/>
            </p:nvSpPr>
            <p:spPr>
              <a:xfrm>
                <a:off x="547452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45" name="Google Shape;4558;p69"/>
              <p:cNvSpPr/>
              <p:nvPr/>
            </p:nvSpPr>
            <p:spPr>
              <a:xfrm>
                <a:off x="556704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46" name="Google Shape;4559;p69"/>
              <p:cNvSpPr/>
              <p:nvPr/>
            </p:nvSpPr>
            <p:spPr>
              <a:xfrm>
                <a:off x="565956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47" name="Google Shape;4560;p69"/>
              <p:cNvSpPr/>
              <p:nvPr/>
            </p:nvSpPr>
            <p:spPr>
              <a:xfrm>
                <a:off x="575208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48" name="Google Shape;4561;p69"/>
              <p:cNvSpPr/>
              <p:nvPr/>
            </p:nvSpPr>
            <p:spPr>
              <a:xfrm>
                <a:off x="5844600" y="914760"/>
                <a:ext cx="50760" cy="5076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2949" name="Google Shape;4562;p69"/>
          <p:cNvGrpSpPr/>
          <p:nvPr/>
        </p:nvGrpSpPr>
        <p:grpSpPr>
          <a:xfrm>
            <a:off x="5058720" y="3935160"/>
            <a:ext cx="552600" cy="98640"/>
            <a:chOff x="5058720" y="3935160"/>
            <a:chExt cx="552600" cy="98640"/>
          </a:xfrm>
        </p:grpSpPr>
        <p:sp>
          <p:nvSpPr>
            <p:cNvPr id="2950" name="Google Shape;4563;p69"/>
            <p:cNvSpPr/>
            <p:nvPr/>
          </p:nvSpPr>
          <p:spPr>
            <a:xfrm rot="5400000">
              <a:off x="5512680" y="3935160"/>
              <a:ext cx="98640" cy="98640"/>
            </a:xfrm>
            <a:custGeom>
              <a:avLst/>
              <a:gdLst>
                <a:gd name="textAreaLeft" fmla="*/ 0 w 98640"/>
                <a:gd name="textAreaRight" fmla="*/ 99000 w 98640"/>
                <a:gd name="textAreaTop" fmla="*/ 0 h 98640"/>
                <a:gd name="textAreaBottom" fmla="*/ 99000 h 98640"/>
              </a:gdLst>
              <a:ahLst/>
              <a:cxnLst/>
              <a:rect l="textAreaLeft" t="textAreaTop" r="textAreaRight" b="textAreaBottom"/>
              <a:pathLst>
                <a:path w="3174" h="3174" fill="none">
                  <a:moveTo>
                    <a:pt x="1810" y="124"/>
                  </a:moveTo>
                  <a:cubicBezTo>
                    <a:pt x="2603" y="248"/>
                    <a:pt x="3173" y="1017"/>
                    <a:pt x="3024" y="1810"/>
                  </a:cubicBezTo>
                  <a:cubicBezTo>
                    <a:pt x="2900" y="2603"/>
                    <a:pt x="2157" y="3173"/>
                    <a:pt x="1339" y="3025"/>
                  </a:cubicBezTo>
                  <a:cubicBezTo>
                    <a:pt x="545" y="2901"/>
                    <a:pt x="0" y="2157"/>
                    <a:pt x="124" y="1339"/>
                  </a:cubicBezTo>
                  <a:cubicBezTo>
                    <a:pt x="248" y="546"/>
                    <a:pt x="992" y="0"/>
                    <a:pt x="1810" y="124"/>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49320" bIns="49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51" name="Google Shape;4564;p69"/>
            <p:cNvSpPr/>
            <p:nvPr/>
          </p:nvSpPr>
          <p:spPr>
            <a:xfrm rot="5400000">
              <a:off x="5539320" y="3962160"/>
              <a:ext cx="46080" cy="42840"/>
            </a:xfrm>
            <a:custGeom>
              <a:avLst/>
              <a:gdLst>
                <a:gd name="textAreaLeft" fmla="*/ 0 w 46080"/>
                <a:gd name="textAreaRight" fmla="*/ 46440 w 46080"/>
                <a:gd name="textAreaTop" fmla="*/ 0 h 42840"/>
                <a:gd name="textAreaBottom" fmla="*/ 43200 h 42840"/>
              </a:gdLst>
              <a:ahLst/>
              <a:cxnLst/>
              <a:rect l="textAreaLeft" t="textAreaTop" r="textAreaRight" b="textAreaBottom"/>
              <a:pathLst>
                <a:path w="1488" h="1383">
                  <a:moveTo>
                    <a:pt x="744" y="1"/>
                  </a:moveTo>
                  <a:cubicBezTo>
                    <a:pt x="417" y="1"/>
                    <a:pt x="119" y="253"/>
                    <a:pt x="74" y="583"/>
                  </a:cubicBezTo>
                  <a:cubicBezTo>
                    <a:pt x="0" y="955"/>
                    <a:pt x="273" y="1327"/>
                    <a:pt x="645" y="1376"/>
                  </a:cubicBezTo>
                  <a:cubicBezTo>
                    <a:pt x="676" y="1380"/>
                    <a:pt x="708" y="1383"/>
                    <a:pt x="739" y="1383"/>
                  </a:cubicBezTo>
                  <a:cubicBezTo>
                    <a:pt x="1074" y="1383"/>
                    <a:pt x="1370" y="1146"/>
                    <a:pt x="1438" y="806"/>
                  </a:cubicBezTo>
                  <a:cubicBezTo>
                    <a:pt x="1487" y="434"/>
                    <a:pt x="1240" y="62"/>
                    <a:pt x="868" y="13"/>
                  </a:cubicBezTo>
                  <a:cubicBezTo>
                    <a:pt x="826" y="4"/>
                    <a:pt x="785" y="1"/>
                    <a:pt x="74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52" name="Google Shape;4565;p69"/>
            <p:cNvSpPr/>
            <p:nvPr/>
          </p:nvSpPr>
          <p:spPr>
            <a:xfrm rot="5400000">
              <a:off x="5058720" y="3938400"/>
              <a:ext cx="91440" cy="91440"/>
            </a:xfrm>
            <a:custGeom>
              <a:avLst/>
              <a:gdLst>
                <a:gd name="textAreaLeft" fmla="*/ 0 w 91440"/>
                <a:gd name="textAreaRight" fmla="*/ 91800 w 91440"/>
                <a:gd name="textAreaTop" fmla="*/ 0 h 91440"/>
                <a:gd name="textAreaBottom" fmla="*/ 91800 h 91440"/>
              </a:gdLst>
              <a:ahLst/>
              <a:cxnLst/>
              <a:rect l="textAreaLeft" t="textAreaTop" r="textAreaRight" b="textAreaBottom"/>
              <a:pathLst>
                <a:path w="2951" h="2951" fill="none">
                  <a:moveTo>
                    <a:pt x="1463" y="2951"/>
                  </a:moveTo>
                  <a:cubicBezTo>
                    <a:pt x="645" y="2951"/>
                    <a:pt x="0" y="2306"/>
                    <a:pt x="0" y="1488"/>
                  </a:cubicBezTo>
                  <a:cubicBezTo>
                    <a:pt x="0" y="670"/>
                    <a:pt x="645" y="1"/>
                    <a:pt x="1463" y="1"/>
                  </a:cubicBezTo>
                  <a:cubicBezTo>
                    <a:pt x="2281" y="1"/>
                    <a:pt x="2950" y="670"/>
                    <a:pt x="2950" y="1488"/>
                  </a:cubicBezTo>
                  <a:cubicBezTo>
                    <a:pt x="2950" y="2306"/>
                    <a:pt x="2281" y="2951"/>
                    <a:pt x="1463" y="2951"/>
                  </a:cubicBezTo>
                  <a:close/>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53" name="Google Shape;4566;p69"/>
            <p:cNvSpPr/>
            <p:nvPr/>
          </p:nvSpPr>
          <p:spPr>
            <a:xfrm rot="5400000">
              <a:off x="5082480" y="3962160"/>
              <a:ext cx="42840" cy="42840"/>
            </a:xfrm>
            <a:custGeom>
              <a:avLst/>
              <a:gdLst>
                <a:gd name="textAreaLeft" fmla="*/ 0 w 42840"/>
                <a:gd name="textAreaRight" fmla="*/ 43200 w 42840"/>
                <a:gd name="textAreaTop" fmla="*/ 0 h 42840"/>
                <a:gd name="textAreaBottom" fmla="*/ 43200 h 42840"/>
              </a:gdLst>
              <a:ahLst/>
              <a:cxnLst/>
              <a:rect l="textAreaLeft" t="textAreaTop" r="textAreaRight" b="textAreaBottom"/>
              <a:pathLst>
                <a:path w="1389" h="1389">
                  <a:moveTo>
                    <a:pt x="695" y="0"/>
                  </a:moveTo>
                  <a:cubicBezTo>
                    <a:pt x="323" y="0"/>
                    <a:pt x="1" y="297"/>
                    <a:pt x="1" y="694"/>
                  </a:cubicBezTo>
                  <a:cubicBezTo>
                    <a:pt x="1" y="1066"/>
                    <a:pt x="323" y="1388"/>
                    <a:pt x="695" y="1388"/>
                  </a:cubicBezTo>
                  <a:cubicBezTo>
                    <a:pt x="1091" y="1388"/>
                    <a:pt x="1389" y="1066"/>
                    <a:pt x="1389" y="694"/>
                  </a:cubicBezTo>
                  <a:cubicBezTo>
                    <a:pt x="1389" y="297"/>
                    <a:pt x="1091" y="0"/>
                    <a:pt x="69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54" name="Google Shape;4567;p69"/>
            <p:cNvSpPr/>
            <p:nvPr/>
          </p:nvSpPr>
          <p:spPr>
            <a:xfrm rot="5400000">
              <a:off x="5334840" y="3799440"/>
              <a:ext cx="360" cy="358200"/>
            </a:xfrm>
            <a:custGeom>
              <a:avLst/>
              <a:gdLst>
                <a:gd name="textAreaLeft" fmla="*/ 0 w 360"/>
                <a:gd name="textAreaRight" fmla="*/ 720 w 360"/>
                <a:gd name="textAreaTop" fmla="*/ 0 h 358200"/>
                <a:gd name="textAreaBottom" fmla="*/ 358560 h 358200"/>
              </a:gdLst>
              <a:ahLst/>
              <a:cxnLst/>
              <a:rect l="textAreaLeft" t="textAreaTop" r="textAreaRight" b="textAreaBottom"/>
              <a:pathLst>
                <a:path w="1" h="11504" fill="none">
                  <a:moveTo>
                    <a:pt x="0" y="11503"/>
                  </a:moveTo>
                  <a:lnTo>
                    <a:pt x="0" y="1"/>
                  </a:lnTo>
                </a:path>
              </a:pathLst>
            </a:custGeom>
            <a:noFill/>
            <a:ln w="19050" cap="rnd">
              <a:solidFill>
                <a:srgbClr val="95FFAE"/>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
</file>

<file path=ppt/theme/theme1.xml><?xml version="1.0" encoding="utf-8"?>
<a:theme xmlns:a="http://schemas.openxmlformats.org/drawingml/2006/main" name="Data Center Business Plan by Slidesgo">
  <a:themeElements>
    <a:clrScheme name="Simple Light">
      <a:dk1>
        <a:srgbClr val="000000"/>
      </a:dk1>
      <a:lt1>
        <a:srgbClr val="FFFFFF"/>
      </a:lt1>
      <a:dk2>
        <a:srgbClr val="606060"/>
      </a:dk2>
      <a:lt2>
        <a:srgbClr val="151B46"/>
      </a:lt2>
      <a:accent1>
        <a:srgbClr val="2C4ED7"/>
      </a:accent1>
      <a:accent2>
        <a:srgbClr val="8FFFFF"/>
      </a:accent2>
      <a:accent3>
        <a:srgbClr val="95FFAE"/>
      </a:accent3>
      <a:accent4>
        <a:srgbClr val="1D2875"/>
      </a:accent4>
      <a:accent5>
        <a:srgbClr val="FFFFFF"/>
      </a:accent5>
      <a:accent6>
        <a:srgbClr val="FFFFFF"/>
      </a:accent6>
      <a:hlink>
        <a:srgbClr val="8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Data Center Business Plan by Slidesgo">
  <a:themeElements>
    <a:clrScheme name="Simple Light">
      <a:dk1>
        <a:srgbClr val="000000"/>
      </a:dk1>
      <a:lt1>
        <a:srgbClr val="FFFFFF"/>
      </a:lt1>
      <a:dk2>
        <a:srgbClr val="606060"/>
      </a:dk2>
      <a:lt2>
        <a:srgbClr val="151B46"/>
      </a:lt2>
      <a:accent1>
        <a:srgbClr val="2C4ED7"/>
      </a:accent1>
      <a:accent2>
        <a:srgbClr val="8FFFFF"/>
      </a:accent2>
      <a:accent3>
        <a:srgbClr val="95FFAE"/>
      </a:accent3>
      <a:accent4>
        <a:srgbClr val="1D2875"/>
      </a:accent4>
      <a:accent5>
        <a:srgbClr val="FFFFFF"/>
      </a:accent5>
      <a:accent6>
        <a:srgbClr val="FFFFFF"/>
      </a:accent6>
      <a:hlink>
        <a:srgbClr val="8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Data Center Business Plan by Slidesgo">
  <a:themeElements>
    <a:clrScheme name="Simple Light">
      <a:dk1>
        <a:srgbClr val="000000"/>
      </a:dk1>
      <a:lt1>
        <a:srgbClr val="FFFFFF"/>
      </a:lt1>
      <a:dk2>
        <a:srgbClr val="606060"/>
      </a:dk2>
      <a:lt2>
        <a:srgbClr val="151B46"/>
      </a:lt2>
      <a:accent1>
        <a:srgbClr val="2C4ED7"/>
      </a:accent1>
      <a:accent2>
        <a:srgbClr val="8FFFFF"/>
      </a:accent2>
      <a:accent3>
        <a:srgbClr val="95FFAE"/>
      </a:accent3>
      <a:accent4>
        <a:srgbClr val="1D2875"/>
      </a:accent4>
      <a:accent5>
        <a:srgbClr val="FFFFFF"/>
      </a:accent5>
      <a:accent6>
        <a:srgbClr val="FFFFFF"/>
      </a:accent6>
      <a:hlink>
        <a:srgbClr val="8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1655</TotalTime>
  <Words>721</Words>
  <Application>Microsoft Office PowerPoint</Application>
  <PresentationFormat>On-screen Show (16:9)</PresentationFormat>
  <Paragraphs>76</Paragraphs>
  <Slides>11</Slides>
  <Notes>1</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11</vt:i4>
      </vt:variant>
    </vt:vector>
  </HeadingPairs>
  <TitlesOfParts>
    <vt:vector size="25" baseType="lpstr">
      <vt:lpstr>ADLaM Display</vt:lpstr>
      <vt:lpstr>Aptos</vt:lpstr>
      <vt:lpstr>Aptos Narrow</vt:lpstr>
      <vt:lpstr>Arial</vt:lpstr>
      <vt:lpstr>Calibri</vt:lpstr>
      <vt:lpstr>Exo</vt:lpstr>
      <vt:lpstr>OpenSymbol</vt:lpstr>
      <vt:lpstr>PT Sans</vt:lpstr>
      <vt:lpstr>Symbol</vt:lpstr>
      <vt:lpstr>Wingdings</vt:lpstr>
      <vt:lpstr>Data Center Business Plan by Slidesgo</vt:lpstr>
      <vt:lpstr>Data Center Business Plan by Slidesgo</vt:lpstr>
      <vt:lpstr>Data Center Business Plan by Slidesgo</vt:lpstr>
      <vt:lpstr>Slidesgo Final Pages</vt:lpstr>
      <vt:lpstr>ChadaTech Agile</vt:lpstr>
      <vt:lpstr>Introduction </vt:lpstr>
      <vt:lpstr>Agile Transition Overview</vt:lpstr>
      <vt:lpstr>PowerPoint Presentation</vt:lpstr>
      <vt:lpstr>PowerPoint Presentation</vt:lpstr>
      <vt:lpstr>Key Takeaways</vt:lpstr>
      <vt:lpstr>Comparing Agile and Waterfall</vt:lpstr>
      <vt:lpstr>PowerPoint Presentation</vt:lpstr>
      <vt:lpstr>PowerPoint Presentation</vt:lpstr>
      <vt:lpstr>PowerPoint Presentation</vt:lpstr>
      <vt:lpstr>Conclusions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Nemley, Carla</cp:lastModifiedBy>
  <cp:revision>5</cp:revision>
  <dcterms:modified xsi:type="dcterms:W3CDTF">2026-02-22T08:55:07Z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2026-02-20T06:13:16Z</dcterms:created>
  <dc:creator>Unknown Creator</dc:creator>
  <dc:description/>
  <dc:language>en-US</dc:language>
  <cp:lastModifiedBy>Unknown Creator</cp:lastModifiedBy>
  <dcterms:modified xsi:type="dcterms:W3CDTF">2026-02-20T06:13:16Z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